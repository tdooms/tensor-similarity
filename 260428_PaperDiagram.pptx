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68" r:id="rId2"/>
    <p:sldId id="269" r:id="rId3"/>
    <p:sldId id="270" r:id="rId4"/>
    <p:sldId id="263" r:id="rId5"/>
    <p:sldId id="265" r:id="rId6"/>
    <p:sldId id="266" r:id="rId7"/>
    <p:sldId id="267" r:id="rId8"/>
    <p:sldId id="256" r:id="rId9"/>
    <p:sldId id="257" r:id="rId10"/>
    <p:sldId id="259" r:id="rId11"/>
    <p:sldId id="260" r:id="rId12"/>
    <p:sldId id="261" r:id="rId13"/>
    <p:sldId id="262" r:id="rId14"/>
    <p:sldId id="264" r:id="rId15"/>
    <p:sldId id="258" r:id="rId16"/>
  </p:sldIdLst>
  <p:sldSz cx="21599525" cy="9018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C85"/>
    <a:srgbClr val="C00000"/>
    <a:srgbClr val="FFB329"/>
    <a:srgbClr val="E23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/>
    <p:restoredTop sz="94737"/>
  </p:normalViewPr>
  <p:slideViewPr>
    <p:cSldViewPr snapToGrid="0">
      <p:cViewPr varScale="1">
        <p:scale>
          <a:sx n="72" d="100"/>
          <a:sy n="72" d="100"/>
        </p:scale>
        <p:origin x="25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C358A-7DB7-1140-B711-45930519ED8C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65113" y="1143000"/>
            <a:ext cx="73882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B7007-EF3A-E144-BAD6-812ACACB7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B7007-EF3A-E144-BAD6-812ACACB78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37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475959"/>
            <a:ext cx="16199644" cy="3139805"/>
          </a:xfrm>
        </p:spPr>
        <p:txBody>
          <a:bodyPr anchor="b"/>
          <a:lstStyle>
            <a:lvl1pPr algn="ctr">
              <a:defRPr sz="789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4736847"/>
            <a:ext cx="16199644" cy="2177404"/>
          </a:xfrm>
        </p:spPr>
        <p:txBody>
          <a:bodyPr/>
          <a:lstStyle>
            <a:lvl1pPr marL="0" indent="0" algn="ctr">
              <a:buNone/>
              <a:defRPr sz="3156"/>
            </a:lvl1pPr>
            <a:lvl2pPr marL="601218" indent="0" algn="ctr">
              <a:buNone/>
              <a:defRPr sz="2630"/>
            </a:lvl2pPr>
            <a:lvl3pPr marL="1202436" indent="0" algn="ctr">
              <a:buNone/>
              <a:defRPr sz="2367"/>
            </a:lvl3pPr>
            <a:lvl4pPr marL="1803654" indent="0" algn="ctr">
              <a:buNone/>
              <a:defRPr sz="2104"/>
            </a:lvl4pPr>
            <a:lvl5pPr marL="2404872" indent="0" algn="ctr">
              <a:buNone/>
              <a:defRPr sz="2104"/>
            </a:lvl5pPr>
            <a:lvl6pPr marL="3006090" indent="0" algn="ctr">
              <a:buNone/>
              <a:defRPr sz="2104"/>
            </a:lvl6pPr>
            <a:lvl7pPr marL="3607308" indent="0" algn="ctr">
              <a:buNone/>
              <a:defRPr sz="2104"/>
            </a:lvl7pPr>
            <a:lvl8pPr marL="4208526" indent="0" algn="ctr">
              <a:buNone/>
              <a:defRPr sz="2104"/>
            </a:lvl8pPr>
            <a:lvl9pPr marL="4809744" indent="0" algn="ctr">
              <a:buNone/>
              <a:defRPr sz="210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F8EC-9B52-2549-A745-B80C6D22A3E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7A5A-A3F4-8F46-B363-E89D2EF13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79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F8EC-9B52-2549-A745-B80C6D22A3E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7A5A-A3F4-8F46-B363-E89D2EF13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2248386"/>
            <a:ext cx="18629590" cy="3751481"/>
          </a:xfrm>
        </p:spPr>
        <p:txBody>
          <a:bodyPr anchor="b"/>
          <a:lstStyle>
            <a:lvl1pPr>
              <a:defRPr sz="789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6035358"/>
            <a:ext cx="18629590" cy="1972815"/>
          </a:xfrm>
        </p:spPr>
        <p:txBody>
          <a:bodyPr/>
          <a:lstStyle>
            <a:lvl1pPr marL="0" indent="0">
              <a:buNone/>
              <a:defRPr sz="3156">
                <a:solidFill>
                  <a:schemeClr val="tx1">
                    <a:tint val="82000"/>
                  </a:schemeClr>
                </a:solidFill>
              </a:defRPr>
            </a:lvl1pPr>
            <a:lvl2pPr marL="601218" indent="0">
              <a:buNone/>
              <a:defRPr sz="2630">
                <a:solidFill>
                  <a:schemeClr val="tx1">
                    <a:tint val="82000"/>
                  </a:schemeClr>
                </a:solidFill>
              </a:defRPr>
            </a:lvl2pPr>
            <a:lvl3pPr marL="1202436" indent="0">
              <a:buNone/>
              <a:defRPr sz="2367">
                <a:solidFill>
                  <a:schemeClr val="tx1">
                    <a:tint val="82000"/>
                  </a:schemeClr>
                </a:solidFill>
              </a:defRPr>
            </a:lvl3pPr>
            <a:lvl4pPr marL="1803654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4pPr>
            <a:lvl5pPr marL="2404872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5pPr>
            <a:lvl6pPr marL="3006090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6pPr>
            <a:lvl7pPr marL="3607308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7pPr>
            <a:lvl8pPr marL="4208526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8pPr>
            <a:lvl9pPr marL="4809744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F8EC-9B52-2549-A745-B80C6D22A3E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7A5A-A3F4-8F46-B363-E89D2EF13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6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2400782"/>
            <a:ext cx="9179798" cy="57222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2400782"/>
            <a:ext cx="9179798" cy="57222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F8EC-9B52-2549-A745-B80C6D22A3E1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7A5A-A3F4-8F46-B363-E89D2EF13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80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480157"/>
            <a:ext cx="18629590" cy="1743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2210808"/>
            <a:ext cx="9137611" cy="1083482"/>
          </a:xfrm>
        </p:spPr>
        <p:txBody>
          <a:bodyPr anchor="b"/>
          <a:lstStyle>
            <a:lvl1pPr marL="0" indent="0">
              <a:buNone/>
              <a:defRPr sz="3156" b="1"/>
            </a:lvl1pPr>
            <a:lvl2pPr marL="601218" indent="0">
              <a:buNone/>
              <a:defRPr sz="2630" b="1"/>
            </a:lvl2pPr>
            <a:lvl3pPr marL="1202436" indent="0">
              <a:buNone/>
              <a:defRPr sz="2367" b="1"/>
            </a:lvl3pPr>
            <a:lvl4pPr marL="1803654" indent="0">
              <a:buNone/>
              <a:defRPr sz="2104" b="1"/>
            </a:lvl4pPr>
            <a:lvl5pPr marL="2404872" indent="0">
              <a:buNone/>
              <a:defRPr sz="2104" b="1"/>
            </a:lvl5pPr>
            <a:lvl6pPr marL="3006090" indent="0">
              <a:buNone/>
              <a:defRPr sz="2104" b="1"/>
            </a:lvl6pPr>
            <a:lvl7pPr marL="3607308" indent="0">
              <a:buNone/>
              <a:defRPr sz="2104" b="1"/>
            </a:lvl7pPr>
            <a:lvl8pPr marL="4208526" indent="0">
              <a:buNone/>
              <a:defRPr sz="2104" b="1"/>
            </a:lvl8pPr>
            <a:lvl9pPr marL="4809744" indent="0">
              <a:buNone/>
              <a:defRPr sz="210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3294290"/>
            <a:ext cx="9137611" cy="48454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2210808"/>
            <a:ext cx="9182611" cy="1083482"/>
          </a:xfrm>
        </p:spPr>
        <p:txBody>
          <a:bodyPr anchor="b"/>
          <a:lstStyle>
            <a:lvl1pPr marL="0" indent="0">
              <a:buNone/>
              <a:defRPr sz="3156" b="1"/>
            </a:lvl1pPr>
            <a:lvl2pPr marL="601218" indent="0">
              <a:buNone/>
              <a:defRPr sz="2630" b="1"/>
            </a:lvl2pPr>
            <a:lvl3pPr marL="1202436" indent="0">
              <a:buNone/>
              <a:defRPr sz="2367" b="1"/>
            </a:lvl3pPr>
            <a:lvl4pPr marL="1803654" indent="0">
              <a:buNone/>
              <a:defRPr sz="2104" b="1"/>
            </a:lvl4pPr>
            <a:lvl5pPr marL="2404872" indent="0">
              <a:buNone/>
              <a:defRPr sz="2104" b="1"/>
            </a:lvl5pPr>
            <a:lvl6pPr marL="3006090" indent="0">
              <a:buNone/>
              <a:defRPr sz="2104" b="1"/>
            </a:lvl6pPr>
            <a:lvl7pPr marL="3607308" indent="0">
              <a:buNone/>
              <a:defRPr sz="2104" b="1"/>
            </a:lvl7pPr>
            <a:lvl8pPr marL="4208526" indent="0">
              <a:buNone/>
              <a:defRPr sz="2104" b="1"/>
            </a:lvl8pPr>
            <a:lvl9pPr marL="4809744" indent="0">
              <a:buNone/>
              <a:defRPr sz="210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3294290"/>
            <a:ext cx="9182611" cy="48454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F8EC-9B52-2549-A745-B80C6D22A3E1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7A5A-A3F4-8F46-B363-E89D2EF13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4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F8EC-9B52-2549-A745-B80C6D22A3E1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7A5A-A3F4-8F46-B363-E89D2EF13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7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F8EC-9B52-2549-A745-B80C6D22A3E1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7A5A-A3F4-8F46-B363-E89D2EF13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69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601239"/>
            <a:ext cx="6966408" cy="2104337"/>
          </a:xfrm>
        </p:spPr>
        <p:txBody>
          <a:bodyPr anchor="b"/>
          <a:lstStyle>
            <a:lvl1pPr>
              <a:defRPr sz="420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298510"/>
            <a:ext cx="10934760" cy="6409043"/>
          </a:xfrm>
        </p:spPr>
        <p:txBody>
          <a:bodyPr/>
          <a:lstStyle>
            <a:lvl1pPr>
              <a:defRPr sz="4208"/>
            </a:lvl1pPr>
            <a:lvl2pPr>
              <a:defRPr sz="3682"/>
            </a:lvl2pPr>
            <a:lvl3pPr>
              <a:defRPr sz="3156"/>
            </a:lvl3pPr>
            <a:lvl4pPr>
              <a:defRPr sz="2630"/>
            </a:lvl4pPr>
            <a:lvl5pPr>
              <a:defRPr sz="2630"/>
            </a:lvl5pPr>
            <a:lvl6pPr>
              <a:defRPr sz="2630"/>
            </a:lvl6pPr>
            <a:lvl7pPr>
              <a:defRPr sz="2630"/>
            </a:lvl7pPr>
            <a:lvl8pPr>
              <a:defRPr sz="2630"/>
            </a:lvl8pPr>
            <a:lvl9pPr>
              <a:defRPr sz="263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705576"/>
            <a:ext cx="6966408" cy="5012415"/>
          </a:xfrm>
        </p:spPr>
        <p:txBody>
          <a:bodyPr/>
          <a:lstStyle>
            <a:lvl1pPr marL="0" indent="0">
              <a:buNone/>
              <a:defRPr sz="2104"/>
            </a:lvl1pPr>
            <a:lvl2pPr marL="601218" indent="0">
              <a:buNone/>
              <a:defRPr sz="1841"/>
            </a:lvl2pPr>
            <a:lvl3pPr marL="1202436" indent="0">
              <a:buNone/>
              <a:defRPr sz="1578"/>
            </a:lvl3pPr>
            <a:lvl4pPr marL="1803654" indent="0">
              <a:buNone/>
              <a:defRPr sz="1315"/>
            </a:lvl4pPr>
            <a:lvl5pPr marL="2404872" indent="0">
              <a:buNone/>
              <a:defRPr sz="1315"/>
            </a:lvl5pPr>
            <a:lvl6pPr marL="3006090" indent="0">
              <a:buNone/>
              <a:defRPr sz="1315"/>
            </a:lvl6pPr>
            <a:lvl7pPr marL="3607308" indent="0">
              <a:buNone/>
              <a:defRPr sz="1315"/>
            </a:lvl7pPr>
            <a:lvl8pPr marL="4208526" indent="0">
              <a:buNone/>
              <a:defRPr sz="1315"/>
            </a:lvl8pPr>
            <a:lvl9pPr marL="4809744" indent="0">
              <a:buNone/>
              <a:defRPr sz="131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F8EC-9B52-2549-A745-B80C6D22A3E1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7A5A-A3F4-8F46-B363-E89D2EF13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31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601239"/>
            <a:ext cx="6966408" cy="2104337"/>
          </a:xfrm>
        </p:spPr>
        <p:txBody>
          <a:bodyPr anchor="b"/>
          <a:lstStyle>
            <a:lvl1pPr>
              <a:defRPr sz="420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298510"/>
            <a:ext cx="10934760" cy="6409043"/>
          </a:xfrm>
        </p:spPr>
        <p:txBody>
          <a:bodyPr anchor="t"/>
          <a:lstStyle>
            <a:lvl1pPr marL="0" indent="0">
              <a:buNone/>
              <a:defRPr sz="4208"/>
            </a:lvl1pPr>
            <a:lvl2pPr marL="601218" indent="0">
              <a:buNone/>
              <a:defRPr sz="3682"/>
            </a:lvl2pPr>
            <a:lvl3pPr marL="1202436" indent="0">
              <a:buNone/>
              <a:defRPr sz="3156"/>
            </a:lvl3pPr>
            <a:lvl4pPr marL="1803654" indent="0">
              <a:buNone/>
              <a:defRPr sz="2630"/>
            </a:lvl4pPr>
            <a:lvl5pPr marL="2404872" indent="0">
              <a:buNone/>
              <a:defRPr sz="2630"/>
            </a:lvl5pPr>
            <a:lvl6pPr marL="3006090" indent="0">
              <a:buNone/>
              <a:defRPr sz="2630"/>
            </a:lvl6pPr>
            <a:lvl7pPr marL="3607308" indent="0">
              <a:buNone/>
              <a:defRPr sz="2630"/>
            </a:lvl7pPr>
            <a:lvl8pPr marL="4208526" indent="0">
              <a:buNone/>
              <a:defRPr sz="2630"/>
            </a:lvl8pPr>
            <a:lvl9pPr marL="4809744" indent="0">
              <a:buNone/>
              <a:defRPr sz="263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705576"/>
            <a:ext cx="6966408" cy="5012415"/>
          </a:xfrm>
        </p:spPr>
        <p:txBody>
          <a:bodyPr/>
          <a:lstStyle>
            <a:lvl1pPr marL="0" indent="0">
              <a:buNone/>
              <a:defRPr sz="2104"/>
            </a:lvl1pPr>
            <a:lvl2pPr marL="601218" indent="0">
              <a:buNone/>
              <a:defRPr sz="1841"/>
            </a:lvl2pPr>
            <a:lvl3pPr marL="1202436" indent="0">
              <a:buNone/>
              <a:defRPr sz="1578"/>
            </a:lvl3pPr>
            <a:lvl4pPr marL="1803654" indent="0">
              <a:buNone/>
              <a:defRPr sz="1315"/>
            </a:lvl4pPr>
            <a:lvl5pPr marL="2404872" indent="0">
              <a:buNone/>
              <a:defRPr sz="1315"/>
            </a:lvl5pPr>
            <a:lvl6pPr marL="3006090" indent="0">
              <a:buNone/>
              <a:defRPr sz="1315"/>
            </a:lvl6pPr>
            <a:lvl7pPr marL="3607308" indent="0">
              <a:buNone/>
              <a:defRPr sz="1315"/>
            </a:lvl7pPr>
            <a:lvl8pPr marL="4208526" indent="0">
              <a:buNone/>
              <a:defRPr sz="1315"/>
            </a:lvl8pPr>
            <a:lvl9pPr marL="4809744" indent="0">
              <a:buNone/>
              <a:defRPr sz="131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F8EC-9B52-2549-A745-B80C6D22A3E1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7A5A-A3F4-8F46-B363-E89D2EF13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40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F8EC-9B52-2549-A745-B80C6D22A3E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7A5A-A3F4-8F46-B363-E89D2EF13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3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480157"/>
            <a:ext cx="4657398" cy="764283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480157"/>
            <a:ext cx="13702199" cy="764283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F8EC-9B52-2549-A745-B80C6D22A3E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7A5A-A3F4-8F46-B363-E89D2EF13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9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480157"/>
            <a:ext cx="18629590" cy="1743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2400782"/>
            <a:ext cx="18629590" cy="5722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8358896"/>
            <a:ext cx="4859893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BF8EC-9B52-2549-A745-B80C6D22A3E1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8358896"/>
            <a:ext cx="7289840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8358896"/>
            <a:ext cx="4859893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A7A5A-A3F4-8F46-B363-E89D2EF13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02436" rtl="0" eaLnBrk="1" latinLnBrk="0" hangingPunct="1">
        <a:lnSpc>
          <a:spcPct val="90000"/>
        </a:lnSpc>
        <a:spcBef>
          <a:spcPct val="0"/>
        </a:spcBef>
        <a:buNone/>
        <a:defRPr sz="57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609" indent="-300609" algn="l" defTabSz="1202436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3682" kern="1200">
          <a:solidFill>
            <a:schemeClr val="tx1"/>
          </a:solidFill>
          <a:latin typeface="+mn-lt"/>
          <a:ea typeface="+mn-ea"/>
          <a:cs typeface="+mn-cs"/>
        </a:defRPr>
      </a:lvl1pPr>
      <a:lvl2pPr marL="901827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3156" kern="1200">
          <a:solidFill>
            <a:schemeClr val="tx1"/>
          </a:solidFill>
          <a:latin typeface="+mn-lt"/>
          <a:ea typeface="+mn-ea"/>
          <a:cs typeface="+mn-cs"/>
        </a:defRPr>
      </a:lvl2pPr>
      <a:lvl3pPr marL="1503045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630" kern="1200">
          <a:solidFill>
            <a:schemeClr val="tx1"/>
          </a:solidFill>
          <a:latin typeface="+mn-lt"/>
          <a:ea typeface="+mn-ea"/>
          <a:cs typeface="+mn-cs"/>
        </a:defRPr>
      </a:lvl3pPr>
      <a:lvl4pPr marL="2104263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4pPr>
      <a:lvl5pPr marL="2705481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5pPr>
      <a:lvl6pPr marL="3306699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6pPr>
      <a:lvl7pPr marL="3907917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7pPr>
      <a:lvl8pPr marL="4509135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8pPr>
      <a:lvl9pPr marL="5110353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1pPr>
      <a:lvl2pPr marL="601218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2pPr>
      <a:lvl3pPr marL="1202436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3pPr>
      <a:lvl4pPr marL="1803654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4pPr>
      <a:lvl5pPr marL="2404872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5pPr>
      <a:lvl6pPr marL="3006090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6pPr>
      <a:lvl7pPr marL="3607308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7pPr>
      <a:lvl8pPr marL="4208526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8pPr>
      <a:lvl9pPr marL="4809744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26" Type="http://schemas.openxmlformats.org/officeDocument/2006/relationships/image" Target="../media/image17.png"/><Relationship Id="rId3" Type="http://schemas.openxmlformats.org/officeDocument/2006/relationships/image" Target="../media/image1.png"/><Relationship Id="rId21" Type="http://schemas.openxmlformats.org/officeDocument/2006/relationships/image" Target="../media/image83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5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82.png"/><Relationship Id="rId29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86.png"/><Relationship Id="rId32" Type="http://schemas.openxmlformats.org/officeDocument/2006/relationships/image" Target="../media/image2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85.png"/><Relationship Id="rId28" Type="http://schemas.openxmlformats.org/officeDocument/2006/relationships/image" Target="../media/image19.png"/><Relationship Id="rId10" Type="http://schemas.openxmlformats.org/officeDocument/2006/relationships/image" Target="../media/image8.png"/><Relationship Id="rId31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15.png"/><Relationship Id="rId27" Type="http://schemas.openxmlformats.org/officeDocument/2006/relationships/image" Target="../media/image18.png"/><Relationship Id="rId30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2.png"/><Relationship Id="rId18" Type="http://schemas.openxmlformats.org/officeDocument/2006/relationships/image" Target="../media/image170.png"/><Relationship Id="rId3" Type="http://schemas.openxmlformats.org/officeDocument/2006/relationships/image" Target="../media/image210.png"/><Relationship Id="rId21" Type="http://schemas.openxmlformats.org/officeDocument/2006/relationships/image" Target="../media/image39.png"/><Relationship Id="rId7" Type="http://schemas.openxmlformats.org/officeDocument/2006/relationships/image" Target="../media/image28.png"/><Relationship Id="rId12" Type="http://schemas.openxmlformats.org/officeDocument/2006/relationships/image" Target="../media/image110.png"/><Relationship Id="rId17" Type="http://schemas.openxmlformats.org/officeDocument/2006/relationships/image" Target="../media/image36.png"/><Relationship Id="rId2" Type="http://schemas.openxmlformats.org/officeDocument/2006/relationships/image" Target="../media/image24.png"/><Relationship Id="rId16" Type="http://schemas.openxmlformats.org/officeDocument/2006/relationships/image" Target="../media/image35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24" Type="http://schemas.openxmlformats.org/officeDocument/2006/relationships/image" Target="../media/image40.png"/><Relationship Id="rId5" Type="http://schemas.openxmlformats.org/officeDocument/2006/relationships/image" Target="../media/image26.png"/><Relationship Id="rId15" Type="http://schemas.openxmlformats.org/officeDocument/2006/relationships/image" Target="../media/image34.png"/><Relationship Id="rId23" Type="http://schemas.openxmlformats.org/officeDocument/2006/relationships/image" Target="../media/image220.png"/><Relationship Id="rId10" Type="http://schemas.openxmlformats.org/officeDocument/2006/relationships/image" Target="../media/image90.png"/><Relationship Id="rId19" Type="http://schemas.openxmlformats.org/officeDocument/2006/relationships/image" Target="../media/image37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3.png"/><Relationship Id="rId22" Type="http://schemas.openxmlformats.org/officeDocument/2006/relationships/image" Target="../media/image2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39.png"/><Relationship Id="rId3" Type="http://schemas.openxmlformats.org/officeDocument/2006/relationships/image" Target="../media/image25.png"/><Relationship Id="rId21" Type="http://schemas.openxmlformats.org/officeDocument/2006/relationships/image" Target="../media/image260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8.png"/><Relationship Id="rId2" Type="http://schemas.openxmlformats.org/officeDocument/2006/relationships/image" Target="../media/image24.png"/><Relationship Id="rId16" Type="http://schemas.openxmlformats.org/officeDocument/2006/relationships/image" Target="../media/image37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41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330.png"/><Relationship Id="rId18" Type="http://schemas.openxmlformats.org/officeDocument/2006/relationships/image" Target="../media/image380.png"/><Relationship Id="rId26" Type="http://schemas.openxmlformats.org/officeDocument/2006/relationships/image" Target="../media/image46.png"/><Relationship Id="rId3" Type="http://schemas.openxmlformats.org/officeDocument/2006/relationships/image" Target="../media/image27.png"/><Relationship Id="rId21" Type="http://schemas.openxmlformats.org/officeDocument/2006/relationships/image" Target="../media/image410.png"/><Relationship Id="rId7" Type="http://schemas.openxmlformats.org/officeDocument/2006/relationships/image" Target="../media/image270.png"/><Relationship Id="rId12" Type="http://schemas.openxmlformats.org/officeDocument/2006/relationships/image" Target="../media/image320.png"/><Relationship Id="rId17" Type="http://schemas.openxmlformats.org/officeDocument/2006/relationships/image" Target="../media/image370.png"/><Relationship Id="rId25" Type="http://schemas.openxmlformats.org/officeDocument/2006/relationships/image" Target="../media/image45.png"/><Relationship Id="rId2" Type="http://schemas.openxmlformats.org/officeDocument/2006/relationships/image" Target="../media/image24.png"/><Relationship Id="rId16" Type="http://schemas.openxmlformats.org/officeDocument/2006/relationships/image" Target="../media/image360.png"/><Relationship Id="rId20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310.png"/><Relationship Id="rId24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350.png"/><Relationship Id="rId23" Type="http://schemas.openxmlformats.org/officeDocument/2006/relationships/image" Target="../media/image43.png"/><Relationship Id="rId10" Type="http://schemas.openxmlformats.org/officeDocument/2006/relationships/image" Target="../media/image300.png"/><Relationship Id="rId19" Type="http://schemas.openxmlformats.org/officeDocument/2006/relationships/image" Target="../media/image390.png"/><Relationship Id="rId4" Type="http://schemas.openxmlformats.org/officeDocument/2006/relationships/image" Target="../media/image32.png"/><Relationship Id="rId9" Type="http://schemas.openxmlformats.org/officeDocument/2006/relationships/image" Target="../media/image290.png"/><Relationship Id="rId14" Type="http://schemas.openxmlformats.org/officeDocument/2006/relationships/image" Target="../media/image340.png"/><Relationship Id="rId22" Type="http://schemas.openxmlformats.org/officeDocument/2006/relationships/image" Target="../media/image420.png"/><Relationship Id="rId27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27.png"/><Relationship Id="rId21" Type="http://schemas.openxmlformats.org/officeDocument/2006/relationships/image" Target="../media/image65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image" Target="../media/image24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24" Type="http://schemas.openxmlformats.org/officeDocument/2006/relationships/image" Target="../media/image32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7FBE-5CBD-24C0-1F88-A565201F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Rounded Rectangle 400">
            <a:extLst>
              <a:ext uri="{FF2B5EF4-FFF2-40B4-BE49-F238E27FC236}">
                <a16:creationId xmlns:a16="http://schemas.microsoft.com/office/drawing/2014/main" id="{EB8640DE-29E9-AD2B-4999-9909FA4B0AC2}"/>
              </a:ext>
            </a:extLst>
          </p:cNvPr>
          <p:cNvSpPr/>
          <p:nvPr/>
        </p:nvSpPr>
        <p:spPr>
          <a:xfrm>
            <a:off x="349307" y="5931114"/>
            <a:ext cx="21000868" cy="2348185"/>
          </a:xfrm>
          <a:prstGeom prst="roundRect">
            <a:avLst/>
          </a:prstGeom>
          <a:solidFill>
            <a:srgbClr val="0C0C85">
              <a:alpha val="9000"/>
            </a:srgbClr>
          </a:solidFill>
          <a:ln w="34925">
            <a:solidFill>
              <a:srgbClr val="0C0C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03" name="Rounded Rectangle 402">
            <a:extLst>
              <a:ext uri="{FF2B5EF4-FFF2-40B4-BE49-F238E27FC236}">
                <a16:creationId xmlns:a16="http://schemas.microsoft.com/office/drawing/2014/main" id="{EA1049CC-1C41-55FD-F758-9C34C767B563}"/>
              </a:ext>
            </a:extLst>
          </p:cNvPr>
          <p:cNvSpPr/>
          <p:nvPr/>
        </p:nvSpPr>
        <p:spPr>
          <a:xfrm>
            <a:off x="349307" y="1159604"/>
            <a:ext cx="21000867" cy="2348185"/>
          </a:xfrm>
          <a:prstGeom prst="roundRect">
            <a:avLst/>
          </a:prstGeom>
          <a:solidFill>
            <a:srgbClr val="E23D5D">
              <a:alpha val="9000"/>
            </a:srgbClr>
          </a:solidFill>
          <a:ln w="34925">
            <a:solidFill>
              <a:srgbClr val="E23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02" name="Rounded Rectangle 401">
            <a:extLst>
              <a:ext uri="{FF2B5EF4-FFF2-40B4-BE49-F238E27FC236}">
                <a16:creationId xmlns:a16="http://schemas.microsoft.com/office/drawing/2014/main" id="{40432E30-7136-8613-B656-3EB234AA5884}"/>
              </a:ext>
            </a:extLst>
          </p:cNvPr>
          <p:cNvSpPr/>
          <p:nvPr/>
        </p:nvSpPr>
        <p:spPr>
          <a:xfrm>
            <a:off x="349306" y="3548009"/>
            <a:ext cx="21000867" cy="2348185"/>
          </a:xfrm>
          <a:prstGeom prst="roundRect">
            <a:avLst/>
          </a:prstGeom>
          <a:solidFill>
            <a:srgbClr val="FFB329">
              <a:alpha val="9000"/>
            </a:srgbClr>
          </a:solidFill>
          <a:ln w="34925">
            <a:solidFill>
              <a:srgbClr val="FFB3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4C0C20-8775-7874-11FD-9E466BB0E38D}"/>
              </a:ext>
            </a:extLst>
          </p:cNvPr>
          <p:cNvSpPr txBox="1"/>
          <p:nvPr/>
        </p:nvSpPr>
        <p:spPr>
          <a:xfrm>
            <a:off x="370572" y="1183905"/>
            <a:ext cx="3716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Matrix Similarity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202465E9-210A-2483-0CDF-A7CBF0EDCF0D}"/>
              </a:ext>
            </a:extLst>
          </p:cNvPr>
          <p:cNvSpPr txBox="1"/>
          <p:nvPr/>
        </p:nvSpPr>
        <p:spPr>
          <a:xfrm>
            <a:off x="370571" y="3562893"/>
            <a:ext cx="4245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Behavioural Similarity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20C4341C-61B2-65B3-2BE8-F86C63E300B0}"/>
              </a:ext>
            </a:extLst>
          </p:cNvPr>
          <p:cNvSpPr txBox="1"/>
          <p:nvPr/>
        </p:nvSpPr>
        <p:spPr>
          <a:xfrm>
            <a:off x="370572" y="5982326"/>
            <a:ext cx="3716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Tensor Similarity</a:t>
            </a:r>
          </a:p>
        </p:txBody>
      </p:sp>
      <p:sp>
        <p:nvSpPr>
          <p:cNvPr id="739" name="Double Bracket 738">
            <a:extLst>
              <a:ext uri="{FF2B5EF4-FFF2-40B4-BE49-F238E27FC236}">
                <a16:creationId xmlns:a16="http://schemas.microsoft.com/office/drawing/2014/main" id="{77511F24-25CE-2F4C-C864-6BFB3C1C5BFC}"/>
              </a:ext>
            </a:extLst>
          </p:cNvPr>
          <p:cNvSpPr/>
          <p:nvPr/>
        </p:nvSpPr>
        <p:spPr>
          <a:xfrm>
            <a:off x="12302728" y="1677546"/>
            <a:ext cx="584200" cy="124274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743" name="Oval 742">
            <a:extLst>
              <a:ext uri="{FF2B5EF4-FFF2-40B4-BE49-F238E27FC236}">
                <a16:creationId xmlns:a16="http://schemas.microsoft.com/office/drawing/2014/main" id="{9468EC76-F6DC-801E-2C6C-37D2B773C6C4}"/>
              </a:ext>
            </a:extLst>
          </p:cNvPr>
          <p:cNvSpPr/>
          <p:nvPr/>
        </p:nvSpPr>
        <p:spPr>
          <a:xfrm>
            <a:off x="12569684" y="2111784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744" name="Oval 743">
            <a:extLst>
              <a:ext uri="{FF2B5EF4-FFF2-40B4-BE49-F238E27FC236}">
                <a16:creationId xmlns:a16="http://schemas.microsoft.com/office/drawing/2014/main" id="{D2D9BB8E-9A14-03D7-651F-EEA78EF7A0E7}"/>
              </a:ext>
            </a:extLst>
          </p:cNvPr>
          <p:cNvSpPr/>
          <p:nvPr/>
        </p:nvSpPr>
        <p:spPr>
          <a:xfrm>
            <a:off x="12569684" y="2264184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745" name="Oval 744">
            <a:extLst>
              <a:ext uri="{FF2B5EF4-FFF2-40B4-BE49-F238E27FC236}">
                <a16:creationId xmlns:a16="http://schemas.microsoft.com/office/drawing/2014/main" id="{3D427BF5-1E23-EA77-77B7-9B77EF329245}"/>
              </a:ext>
            </a:extLst>
          </p:cNvPr>
          <p:cNvSpPr/>
          <p:nvPr/>
        </p:nvSpPr>
        <p:spPr>
          <a:xfrm>
            <a:off x="12569684" y="2416584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756" name="TextBox 755">
            <a:extLst>
              <a:ext uri="{FF2B5EF4-FFF2-40B4-BE49-F238E27FC236}">
                <a16:creationId xmlns:a16="http://schemas.microsoft.com/office/drawing/2014/main" id="{0E508D22-0130-8F57-D657-715740EDC61A}"/>
              </a:ext>
            </a:extLst>
          </p:cNvPr>
          <p:cNvSpPr txBox="1"/>
          <p:nvPr/>
        </p:nvSpPr>
        <p:spPr>
          <a:xfrm>
            <a:off x="9879671" y="1760698"/>
            <a:ext cx="1970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Weights-based vectors</a:t>
            </a: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BBCC7EE1-E6D8-5B0D-957C-0FFC41C3FD1C}"/>
              </a:ext>
            </a:extLst>
          </p:cNvPr>
          <p:cNvSpPr txBox="1"/>
          <p:nvPr/>
        </p:nvSpPr>
        <p:spPr>
          <a:xfrm>
            <a:off x="15015314" y="6099852"/>
            <a:ext cx="17820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Alignment in function space under the metric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D8F7844C-1FDA-3B52-AF89-0404ECD60F65}"/>
                  </a:ext>
                </a:extLst>
              </p:cNvPr>
              <p:cNvSpPr txBox="1"/>
              <p:nvPr/>
            </p:nvSpPr>
            <p:spPr>
              <a:xfrm>
                <a:off x="11604110" y="6812138"/>
                <a:ext cx="1166855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p>
                    </m:sSup>
                  </m:oMath>
                </a14:m>
                <a:r>
                  <a:rPr lang="en-GB" sz="2400" b="1" dirty="0">
                    <a:solidFill>
                      <a:srgbClr val="C00000"/>
                    </a:solidFill>
                  </a:rPr>
                  <a:t>=</a:t>
                </a:r>
                <a:endParaRPr lang="ar-AE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D8F7844C-1FDA-3B52-AF89-0404ECD60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4110" y="6812138"/>
                <a:ext cx="1166855" cy="470000"/>
              </a:xfrm>
              <a:prstGeom prst="rect">
                <a:avLst/>
              </a:prstGeom>
              <a:blipFill>
                <a:blip r:embed="rId3"/>
                <a:stretch>
                  <a:fillRect l="-1075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9" name="Group 368">
            <a:extLst>
              <a:ext uri="{FF2B5EF4-FFF2-40B4-BE49-F238E27FC236}">
                <a16:creationId xmlns:a16="http://schemas.microsoft.com/office/drawing/2014/main" id="{FB0F463A-190C-2A43-A1F6-D5725D430770}"/>
              </a:ext>
            </a:extLst>
          </p:cNvPr>
          <p:cNvGrpSpPr/>
          <p:nvPr/>
        </p:nvGrpSpPr>
        <p:grpSpPr>
          <a:xfrm>
            <a:off x="13677305" y="6123793"/>
            <a:ext cx="771926" cy="1834135"/>
            <a:chOff x="10933850" y="6484252"/>
            <a:chExt cx="1210829" cy="1834135"/>
          </a:xfrm>
        </p:grpSpPr>
        <p:sp>
          <p:nvSpPr>
            <p:cNvPr id="428" name="Double Bracket 427">
              <a:extLst>
                <a:ext uri="{FF2B5EF4-FFF2-40B4-BE49-F238E27FC236}">
                  <a16:creationId xmlns:a16="http://schemas.microsoft.com/office/drawing/2014/main" id="{BA5177D6-1D6B-A0D3-5752-25A1B1067BF3}"/>
                </a:ext>
              </a:extLst>
            </p:cNvPr>
            <p:cNvSpPr/>
            <p:nvPr/>
          </p:nvSpPr>
          <p:spPr>
            <a:xfrm>
              <a:off x="10933850" y="6938766"/>
              <a:ext cx="889987" cy="1379621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432" name="Double Bracket 431">
              <a:extLst>
                <a:ext uri="{FF2B5EF4-FFF2-40B4-BE49-F238E27FC236}">
                  <a16:creationId xmlns:a16="http://schemas.microsoft.com/office/drawing/2014/main" id="{CC0DFC68-7B88-B28B-C933-FE6F0F49859B}"/>
                </a:ext>
              </a:extLst>
            </p:cNvPr>
            <p:cNvSpPr/>
            <p:nvPr/>
          </p:nvSpPr>
          <p:spPr>
            <a:xfrm>
              <a:off x="11295984" y="6484252"/>
              <a:ext cx="848695" cy="1379621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779" name="Straight Connector 778">
              <a:extLst>
                <a:ext uri="{FF2B5EF4-FFF2-40B4-BE49-F238E27FC236}">
                  <a16:creationId xmlns:a16="http://schemas.microsoft.com/office/drawing/2014/main" id="{5F1DD5A9-FC59-A703-B662-2FD0F4661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69960" y="6526121"/>
              <a:ext cx="374386" cy="4568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781">
              <a:extLst>
                <a:ext uri="{FF2B5EF4-FFF2-40B4-BE49-F238E27FC236}">
                  <a16:creationId xmlns:a16="http://schemas.microsoft.com/office/drawing/2014/main" id="{21EC3D40-B0B6-492E-03B6-0E4070BB41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1385" y="6526121"/>
              <a:ext cx="333822" cy="4675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784">
              <a:extLst>
                <a:ext uri="{FF2B5EF4-FFF2-40B4-BE49-F238E27FC236}">
                  <a16:creationId xmlns:a16="http://schemas.microsoft.com/office/drawing/2014/main" id="{A89EA841-0AC9-0AC8-7F32-11BA29D3A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72526" y="7823293"/>
              <a:ext cx="371820" cy="4592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4DE44950-41B3-1944-C120-EFEC0CA04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074" y="7833926"/>
              <a:ext cx="325867" cy="4486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3" name="TextBox 792">
                <a:extLst>
                  <a:ext uri="{FF2B5EF4-FFF2-40B4-BE49-F238E27FC236}">
                    <a16:creationId xmlns:a16="http://schemas.microsoft.com/office/drawing/2014/main" id="{F4194337-941F-776F-F8CB-C7436849225C}"/>
                  </a:ext>
                </a:extLst>
              </p:cNvPr>
              <p:cNvSpPr txBox="1"/>
              <p:nvPr/>
            </p:nvSpPr>
            <p:spPr>
              <a:xfrm>
                <a:off x="13033780" y="6824862"/>
                <a:ext cx="1166855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en-GB" sz="2400" b="1" dirty="0">
                    <a:solidFill>
                      <a:srgbClr val="0070C0"/>
                    </a:solidFill>
                  </a:rPr>
                  <a:t>=</a:t>
                </a:r>
                <a:endParaRPr lang="ar-A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93" name="TextBox 792">
                <a:extLst>
                  <a:ext uri="{FF2B5EF4-FFF2-40B4-BE49-F238E27FC236}">
                    <a16:creationId xmlns:a16="http://schemas.microsoft.com/office/drawing/2014/main" id="{F4194337-941F-776F-F8CB-C74368492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3780" y="6824862"/>
                <a:ext cx="1166855" cy="468205"/>
              </a:xfrm>
              <a:prstGeom prst="rect">
                <a:avLst/>
              </a:prstGeom>
              <a:blipFill>
                <a:blip r:embed="rId4"/>
                <a:stretch>
                  <a:fillRect l="-1075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Right Arrow 275">
            <a:extLst>
              <a:ext uri="{FF2B5EF4-FFF2-40B4-BE49-F238E27FC236}">
                <a16:creationId xmlns:a16="http://schemas.microsoft.com/office/drawing/2014/main" id="{F86A1C24-B305-6D7F-D372-9337E1FD7E6F}"/>
              </a:ext>
            </a:extLst>
          </p:cNvPr>
          <p:cNvSpPr/>
          <p:nvPr/>
        </p:nvSpPr>
        <p:spPr>
          <a:xfrm>
            <a:off x="9482385" y="2194191"/>
            <a:ext cx="488568" cy="381056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216EBEB4-F209-E559-2255-8882ACEFCF1C}"/>
              </a:ext>
            </a:extLst>
          </p:cNvPr>
          <p:cNvSpPr txBox="1"/>
          <p:nvPr/>
        </p:nvSpPr>
        <p:spPr>
          <a:xfrm>
            <a:off x="5417458" y="1773317"/>
            <a:ext cx="1526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Weights of two models</a:t>
            </a:r>
          </a:p>
        </p:txBody>
      </p:sp>
      <p:sp>
        <p:nvSpPr>
          <p:cNvPr id="773" name="Oval 772">
            <a:extLst>
              <a:ext uri="{FF2B5EF4-FFF2-40B4-BE49-F238E27FC236}">
                <a16:creationId xmlns:a16="http://schemas.microsoft.com/office/drawing/2014/main" id="{10666EA6-E494-1D42-5687-D4ECC7C2E246}"/>
              </a:ext>
            </a:extLst>
          </p:cNvPr>
          <p:cNvSpPr/>
          <p:nvPr/>
        </p:nvSpPr>
        <p:spPr>
          <a:xfrm>
            <a:off x="7614385" y="428135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020E20BD-FA17-758E-D54E-16BDA7E5AD04}"/>
              </a:ext>
            </a:extLst>
          </p:cNvPr>
          <p:cNvSpPr/>
          <p:nvPr/>
        </p:nvSpPr>
        <p:spPr>
          <a:xfrm>
            <a:off x="7614385" y="465615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75" name="Oval 774">
            <a:extLst>
              <a:ext uri="{FF2B5EF4-FFF2-40B4-BE49-F238E27FC236}">
                <a16:creationId xmlns:a16="http://schemas.microsoft.com/office/drawing/2014/main" id="{58709802-864C-016D-4F45-5D0532394457}"/>
              </a:ext>
            </a:extLst>
          </p:cNvPr>
          <p:cNvSpPr/>
          <p:nvPr/>
        </p:nvSpPr>
        <p:spPr>
          <a:xfrm>
            <a:off x="7614385" y="5030957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5EB07DDE-28CF-B306-9BA1-94F86D41F458}"/>
              </a:ext>
            </a:extLst>
          </p:cNvPr>
          <p:cNvSpPr/>
          <p:nvPr/>
        </p:nvSpPr>
        <p:spPr>
          <a:xfrm>
            <a:off x="8097308" y="447854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77" name="Oval 776">
            <a:extLst>
              <a:ext uri="{FF2B5EF4-FFF2-40B4-BE49-F238E27FC236}">
                <a16:creationId xmlns:a16="http://schemas.microsoft.com/office/drawing/2014/main" id="{9026CDC9-7E6D-BB0A-0C25-C15220C95A97}"/>
              </a:ext>
            </a:extLst>
          </p:cNvPr>
          <p:cNvSpPr/>
          <p:nvPr/>
        </p:nvSpPr>
        <p:spPr>
          <a:xfrm>
            <a:off x="8097308" y="485487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78" name="Oval 777">
            <a:extLst>
              <a:ext uri="{FF2B5EF4-FFF2-40B4-BE49-F238E27FC236}">
                <a16:creationId xmlns:a16="http://schemas.microsoft.com/office/drawing/2014/main" id="{F9E35F65-AFA8-9069-ADB1-F21256B81A88}"/>
              </a:ext>
            </a:extLst>
          </p:cNvPr>
          <p:cNvSpPr/>
          <p:nvPr/>
        </p:nvSpPr>
        <p:spPr>
          <a:xfrm>
            <a:off x="8097307" y="523121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780" name="Straight Arrow Connector 779">
            <a:extLst>
              <a:ext uri="{FF2B5EF4-FFF2-40B4-BE49-F238E27FC236}">
                <a16:creationId xmlns:a16="http://schemas.microsoft.com/office/drawing/2014/main" id="{5BF60E12-A05A-375A-003E-2F494AB0BE52}"/>
              </a:ext>
            </a:extLst>
          </p:cNvPr>
          <p:cNvCxnSpPr>
            <a:cxnSpLocks/>
            <a:stCxn id="773" idx="6"/>
            <a:endCxn id="776" idx="2"/>
          </p:cNvCxnSpPr>
          <p:nvPr/>
        </p:nvCxnSpPr>
        <p:spPr>
          <a:xfrm>
            <a:off x="7738461" y="4343389"/>
            <a:ext cx="358846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Arrow Connector 780">
            <a:extLst>
              <a:ext uri="{FF2B5EF4-FFF2-40B4-BE49-F238E27FC236}">
                <a16:creationId xmlns:a16="http://schemas.microsoft.com/office/drawing/2014/main" id="{CA385461-0972-80EE-9101-7006ABAC10B9}"/>
              </a:ext>
            </a:extLst>
          </p:cNvPr>
          <p:cNvCxnSpPr>
            <a:cxnSpLocks/>
            <a:stCxn id="773" idx="6"/>
            <a:endCxn id="777" idx="2"/>
          </p:cNvCxnSpPr>
          <p:nvPr/>
        </p:nvCxnSpPr>
        <p:spPr>
          <a:xfrm>
            <a:off x="7738461" y="4343389"/>
            <a:ext cx="358846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Arrow Connector 782">
            <a:extLst>
              <a:ext uri="{FF2B5EF4-FFF2-40B4-BE49-F238E27FC236}">
                <a16:creationId xmlns:a16="http://schemas.microsoft.com/office/drawing/2014/main" id="{E93CB0ED-E220-AB84-2BAE-254925E8B8A4}"/>
              </a:ext>
            </a:extLst>
          </p:cNvPr>
          <p:cNvCxnSpPr>
            <a:cxnSpLocks/>
            <a:stCxn id="773" idx="6"/>
            <a:endCxn id="778" idx="2"/>
          </p:cNvCxnSpPr>
          <p:nvPr/>
        </p:nvCxnSpPr>
        <p:spPr>
          <a:xfrm>
            <a:off x="7738462" y="4343390"/>
            <a:ext cx="358845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Arrow Connector 783">
            <a:extLst>
              <a:ext uri="{FF2B5EF4-FFF2-40B4-BE49-F238E27FC236}">
                <a16:creationId xmlns:a16="http://schemas.microsoft.com/office/drawing/2014/main" id="{CE63A205-8C4C-A2B2-022A-8E06BBFADCCF}"/>
              </a:ext>
            </a:extLst>
          </p:cNvPr>
          <p:cNvCxnSpPr>
            <a:cxnSpLocks/>
            <a:stCxn id="774" idx="6"/>
            <a:endCxn id="776" idx="2"/>
          </p:cNvCxnSpPr>
          <p:nvPr/>
        </p:nvCxnSpPr>
        <p:spPr>
          <a:xfrm flipV="1">
            <a:off x="7738461" y="4540584"/>
            <a:ext cx="358846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Straight Arrow Connector 786">
            <a:extLst>
              <a:ext uri="{FF2B5EF4-FFF2-40B4-BE49-F238E27FC236}">
                <a16:creationId xmlns:a16="http://schemas.microsoft.com/office/drawing/2014/main" id="{C71B46B1-48D8-08E3-2486-FC9F06135299}"/>
              </a:ext>
            </a:extLst>
          </p:cNvPr>
          <p:cNvCxnSpPr>
            <a:cxnSpLocks/>
            <a:stCxn id="774" idx="6"/>
            <a:endCxn id="777" idx="2"/>
          </p:cNvCxnSpPr>
          <p:nvPr/>
        </p:nvCxnSpPr>
        <p:spPr>
          <a:xfrm>
            <a:off x="7738461" y="4718193"/>
            <a:ext cx="358846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Straight Arrow Connector 787">
            <a:extLst>
              <a:ext uri="{FF2B5EF4-FFF2-40B4-BE49-F238E27FC236}">
                <a16:creationId xmlns:a16="http://schemas.microsoft.com/office/drawing/2014/main" id="{6F32A126-1907-3CD1-B594-F99DD64ACBC1}"/>
              </a:ext>
            </a:extLst>
          </p:cNvPr>
          <p:cNvCxnSpPr>
            <a:cxnSpLocks/>
            <a:stCxn id="775" idx="6"/>
            <a:endCxn id="778" idx="2"/>
          </p:cNvCxnSpPr>
          <p:nvPr/>
        </p:nvCxnSpPr>
        <p:spPr>
          <a:xfrm>
            <a:off x="7738462" y="5092996"/>
            <a:ext cx="358845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Straight Arrow Connector 788">
            <a:extLst>
              <a:ext uri="{FF2B5EF4-FFF2-40B4-BE49-F238E27FC236}">
                <a16:creationId xmlns:a16="http://schemas.microsoft.com/office/drawing/2014/main" id="{A4A2EEA4-0917-2000-E4F6-FD0F2AD9B9FA}"/>
              </a:ext>
            </a:extLst>
          </p:cNvPr>
          <p:cNvCxnSpPr>
            <a:cxnSpLocks/>
            <a:stCxn id="774" idx="6"/>
            <a:endCxn id="778" idx="2"/>
          </p:cNvCxnSpPr>
          <p:nvPr/>
        </p:nvCxnSpPr>
        <p:spPr>
          <a:xfrm>
            <a:off x="7738462" y="4718192"/>
            <a:ext cx="358845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Straight Arrow Connector 789">
            <a:extLst>
              <a:ext uri="{FF2B5EF4-FFF2-40B4-BE49-F238E27FC236}">
                <a16:creationId xmlns:a16="http://schemas.microsoft.com/office/drawing/2014/main" id="{B60DD393-3244-7CB9-388E-8D61D50315DC}"/>
              </a:ext>
            </a:extLst>
          </p:cNvPr>
          <p:cNvCxnSpPr>
            <a:cxnSpLocks/>
            <a:stCxn id="775" idx="6"/>
            <a:endCxn id="776" idx="2"/>
          </p:cNvCxnSpPr>
          <p:nvPr/>
        </p:nvCxnSpPr>
        <p:spPr>
          <a:xfrm flipV="1">
            <a:off x="7738461" y="4540583"/>
            <a:ext cx="358846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Arrow Connector 790">
            <a:extLst>
              <a:ext uri="{FF2B5EF4-FFF2-40B4-BE49-F238E27FC236}">
                <a16:creationId xmlns:a16="http://schemas.microsoft.com/office/drawing/2014/main" id="{D3198DDE-A3D9-4DCA-DDEF-AE7699D69834}"/>
              </a:ext>
            </a:extLst>
          </p:cNvPr>
          <p:cNvCxnSpPr>
            <a:cxnSpLocks/>
            <a:stCxn id="775" idx="6"/>
            <a:endCxn id="777" idx="2"/>
          </p:cNvCxnSpPr>
          <p:nvPr/>
        </p:nvCxnSpPr>
        <p:spPr>
          <a:xfrm flipV="1">
            <a:off x="7738461" y="4916917"/>
            <a:ext cx="358846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2" name="Oval 791">
            <a:extLst>
              <a:ext uri="{FF2B5EF4-FFF2-40B4-BE49-F238E27FC236}">
                <a16:creationId xmlns:a16="http://schemas.microsoft.com/office/drawing/2014/main" id="{98A6FD62-8659-66F9-D6C8-F20A0F224B80}"/>
              </a:ext>
            </a:extLst>
          </p:cNvPr>
          <p:cNvSpPr/>
          <p:nvPr/>
        </p:nvSpPr>
        <p:spPr>
          <a:xfrm>
            <a:off x="8097308" y="410221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794" name="Straight Arrow Connector 793">
            <a:extLst>
              <a:ext uri="{FF2B5EF4-FFF2-40B4-BE49-F238E27FC236}">
                <a16:creationId xmlns:a16="http://schemas.microsoft.com/office/drawing/2014/main" id="{894B0DBE-A5B9-06E7-1853-C091E7FA161A}"/>
              </a:ext>
            </a:extLst>
          </p:cNvPr>
          <p:cNvCxnSpPr>
            <a:cxnSpLocks/>
            <a:stCxn id="773" idx="6"/>
            <a:endCxn id="792" idx="2"/>
          </p:cNvCxnSpPr>
          <p:nvPr/>
        </p:nvCxnSpPr>
        <p:spPr>
          <a:xfrm flipV="1">
            <a:off x="7738461" y="4164249"/>
            <a:ext cx="358846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Straight Arrow Connector 794">
            <a:extLst>
              <a:ext uri="{FF2B5EF4-FFF2-40B4-BE49-F238E27FC236}">
                <a16:creationId xmlns:a16="http://schemas.microsoft.com/office/drawing/2014/main" id="{FD577CB3-06B9-27A6-3F57-9C0A5FE21F67}"/>
              </a:ext>
            </a:extLst>
          </p:cNvPr>
          <p:cNvCxnSpPr>
            <a:cxnSpLocks/>
            <a:stCxn id="774" idx="6"/>
            <a:endCxn id="792" idx="2"/>
          </p:cNvCxnSpPr>
          <p:nvPr/>
        </p:nvCxnSpPr>
        <p:spPr>
          <a:xfrm flipV="1">
            <a:off x="7738461" y="4164250"/>
            <a:ext cx="358846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Straight Arrow Connector 795">
            <a:extLst>
              <a:ext uri="{FF2B5EF4-FFF2-40B4-BE49-F238E27FC236}">
                <a16:creationId xmlns:a16="http://schemas.microsoft.com/office/drawing/2014/main" id="{42E673CA-BF64-B2A4-9260-43E6045B7619}"/>
              </a:ext>
            </a:extLst>
          </p:cNvPr>
          <p:cNvCxnSpPr>
            <a:cxnSpLocks/>
            <a:stCxn id="775" idx="6"/>
            <a:endCxn id="792" idx="2"/>
          </p:cNvCxnSpPr>
          <p:nvPr/>
        </p:nvCxnSpPr>
        <p:spPr>
          <a:xfrm flipV="1">
            <a:off x="7738461" y="4164249"/>
            <a:ext cx="358846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839D3557-A017-C070-D6D6-015642BE2ED1}"/>
              </a:ext>
            </a:extLst>
          </p:cNvPr>
          <p:cNvSpPr/>
          <p:nvPr/>
        </p:nvSpPr>
        <p:spPr>
          <a:xfrm>
            <a:off x="8580232" y="428135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98" name="Oval 797">
            <a:extLst>
              <a:ext uri="{FF2B5EF4-FFF2-40B4-BE49-F238E27FC236}">
                <a16:creationId xmlns:a16="http://schemas.microsoft.com/office/drawing/2014/main" id="{2EFE28E4-9001-462A-E8E5-04CAC3562B08}"/>
              </a:ext>
            </a:extLst>
          </p:cNvPr>
          <p:cNvSpPr/>
          <p:nvPr/>
        </p:nvSpPr>
        <p:spPr>
          <a:xfrm>
            <a:off x="8580232" y="465615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99" name="Oval 798">
            <a:extLst>
              <a:ext uri="{FF2B5EF4-FFF2-40B4-BE49-F238E27FC236}">
                <a16:creationId xmlns:a16="http://schemas.microsoft.com/office/drawing/2014/main" id="{AD553048-538F-06BC-86C2-EECAA0922526}"/>
              </a:ext>
            </a:extLst>
          </p:cNvPr>
          <p:cNvSpPr/>
          <p:nvPr/>
        </p:nvSpPr>
        <p:spPr>
          <a:xfrm>
            <a:off x="8580232" y="5030957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505B71F0-488D-FC9F-3216-0F29FC950D8D}"/>
              </a:ext>
            </a:extLst>
          </p:cNvPr>
          <p:cNvCxnSpPr>
            <a:cxnSpLocks/>
            <a:stCxn id="792" idx="6"/>
            <a:endCxn id="797" idx="2"/>
          </p:cNvCxnSpPr>
          <p:nvPr/>
        </p:nvCxnSpPr>
        <p:spPr>
          <a:xfrm>
            <a:off x="8221385" y="4164249"/>
            <a:ext cx="358847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Arrow Connector 806">
            <a:extLst>
              <a:ext uri="{FF2B5EF4-FFF2-40B4-BE49-F238E27FC236}">
                <a16:creationId xmlns:a16="http://schemas.microsoft.com/office/drawing/2014/main" id="{06F8CDFB-B578-8862-B293-230803683442}"/>
              </a:ext>
            </a:extLst>
          </p:cNvPr>
          <p:cNvCxnSpPr>
            <a:cxnSpLocks/>
            <a:stCxn id="776" idx="6"/>
            <a:endCxn id="797" idx="2"/>
          </p:cNvCxnSpPr>
          <p:nvPr/>
        </p:nvCxnSpPr>
        <p:spPr>
          <a:xfrm flipV="1">
            <a:off x="8221385" y="4343389"/>
            <a:ext cx="358847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Arrow Connector 807">
            <a:extLst>
              <a:ext uri="{FF2B5EF4-FFF2-40B4-BE49-F238E27FC236}">
                <a16:creationId xmlns:a16="http://schemas.microsoft.com/office/drawing/2014/main" id="{B0F85707-DE3B-A738-5B6E-7EFC480F830F}"/>
              </a:ext>
            </a:extLst>
          </p:cNvPr>
          <p:cNvCxnSpPr>
            <a:cxnSpLocks/>
            <a:stCxn id="777" idx="6"/>
            <a:endCxn id="797" idx="2"/>
          </p:cNvCxnSpPr>
          <p:nvPr/>
        </p:nvCxnSpPr>
        <p:spPr>
          <a:xfrm flipV="1">
            <a:off x="8221385" y="4343389"/>
            <a:ext cx="358847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Arrow Connector 808">
            <a:extLst>
              <a:ext uri="{FF2B5EF4-FFF2-40B4-BE49-F238E27FC236}">
                <a16:creationId xmlns:a16="http://schemas.microsoft.com/office/drawing/2014/main" id="{802CD1B8-54AD-5121-5592-1BD68B263C7D}"/>
              </a:ext>
            </a:extLst>
          </p:cNvPr>
          <p:cNvCxnSpPr>
            <a:cxnSpLocks/>
            <a:stCxn id="778" idx="6"/>
            <a:endCxn id="797" idx="2"/>
          </p:cNvCxnSpPr>
          <p:nvPr/>
        </p:nvCxnSpPr>
        <p:spPr>
          <a:xfrm flipV="1">
            <a:off x="8221383" y="4343390"/>
            <a:ext cx="358848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Arrow Connector 809">
            <a:extLst>
              <a:ext uri="{FF2B5EF4-FFF2-40B4-BE49-F238E27FC236}">
                <a16:creationId xmlns:a16="http://schemas.microsoft.com/office/drawing/2014/main" id="{17EEB1B4-1E6F-FB0E-2722-B5C60A486E65}"/>
              </a:ext>
            </a:extLst>
          </p:cNvPr>
          <p:cNvCxnSpPr>
            <a:cxnSpLocks/>
            <a:stCxn id="778" idx="6"/>
            <a:endCxn id="798" idx="2"/>
          </p:cNvCxnSpPr>
          <p:nvPr/>
        </p:nvCxnSpPr>
        <p:spPr>
          <a:xfrm flipV="1">
            <a:off x="8221383" y="4718192"/>
            <a:ext cx="358848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Arrow Connector 810">
            <a:extLst>
              <a:ext uri="{FF2B5EF4-FFF2-40B4-BE49-F238E27FC236}">
                <a16:creationId xmlns:a16="http://schemas.microsoft.com/office/drawing/2014/main" id="{61A9B925-4BA2-3697-1D74-87CC5A01A761}"/>
              </a:ext>
            </a:extLst>
          </p:cNvPr>
          <p:cNvCxnSpPr>
            <a:cxnSpLocks/>
            <a:stCxn id="777" idx="6"/>
            <a:endCxn id="799" idx="2"/>
          </p:cNvCxnSpPr>
          <p:nvPr/>
        </p:nvCxnSpPr>
        <p:spPr>
          <a:xfrm>
            <a:off x="8221385" y="4916917"/>
            <a:ext cx="358847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Arrow Connector 818">
            <a:extLst>
              <a:ext uri="{FF2B5EF4-FFF2-40B4-BE49-F238E27FC236}">
                <a16:creationId xmlns:a16="http://schemas.microsoft.com/office/drawing/2014/main" id="{5F3C3F77-E28F-9D19-5491-3DE176A9B48F}"/>
              </a:ext>
            </a:extLst>
          </p:cNvPr>
          <p:cNvCxnSpPr>
            <a:cxnSpLocks/>
            <a:stCxn id="792" idx="6"/>
            <a:endCxn id="799" idx="2"/>
          </p:cNvCxnSpPr>
          <p:nvPr/>
        </p:nvCxnSpPr>
        <p:spPr>
          <a:xfrm>
            <a:off x="8221385" y="4164249"/>
            <a:ext cx="358847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Arrow Connector 821">
            <a:extLst>
              <a:ext uri="{FF2B5EF4-FFF2-40B4-BE49-F238E27FC236}">
                <a16:creationId xmlns:a16="http://schemas.microsoft.com/office/drawing/2014/main" id="{1FD7CE0C-CD19-17DE-E1F3-767ECB323C38}"/>
              </a:ext>
            </a:extLst>
          </p:cNvPr>
          <p:cNvCxnSpPr>
            <a:cxnSpLocks/>
            <a:stCxn id="776" idx="6"/>
            <a:endCxn id="799" idx="2"/>
          </p:cNvCxnSpPr>
          <p:nvPr/>
        </p:nvCxnSpPr>
        <p:spPr>
          <a:xfrm>
            <a:off x="8221385" y="4540583"/>
            <a:ext cx="358847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Arrow Connector 822">
            <a:extLst>
              <a:ext uri="{FF2B5EF4-FFF2-40B4-BE49-F238E27FC236}">
                <a16:creationId xmlns:a16="http://schemas.microsoft.com/office/drawing/2014/main" id="{F2023B7E-EF1E-9935-BF58-B2AF044160B3}"/>
              </a:ext>
            </a:extLst>
          </p:cNvPr>
          <p:cNvCxnSpPr>
            <a:cxnSpLocks/>
            <a:stCxn id="778" idx="6"/>
            <a:endCxn id="799" idx="2"/>
          </p:cNvCxnSpPr>
          <p:nvPr/>
        </p:nvCxnSpPr>
        <p:spPr>
          <a:xfrm flipV="1">
            <a:off x="8221383" y="5092996"/>
            <a:ext cx="358848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Arrow Connector 824">
            <a:extLst>
              <a:ext uri="{FF2B5EF4-FFF2-40B4-BE49-F238E27FC236}">
                <a16:creationId xmlns:a16="http://schemas.microsoft.com/office/drawing/2014/main" id="{B3B71DED-CF3C-C8AC-F803-63E60B5CE822}"/>
              </a:ext>
            </a:extLst>
          </p:cNvPr>
          <p:cNvCxnSpPr>
            <a:cxnSpLocks/>
            <a:stCxn id="776" idx="6"/>
            <a:endCxn id="798" idx="2"/>
          </p:cNvCxnSpPr>
          <p:nvPr/>
        </p:nvCxnSpPr>
        <p:spPr>
          <a:xfrm>
            <a:off x="8221385" y="4540584"/>
            <a:ext cx="358847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Arrow Connector 825">
            <a:extLst>
              <a:ext uri="{FF2B5EF4-FFF2-40B4-BE49-F238E27FC236}">
                <a16:creationId xmlns:a16="http://schemas.microsoft.com/office/drawing/2014/main" id="{711D7EA9-0C29-F953-0BD2-7FCE67DB4A7B}"/>
              </a:ext>
            </a:extLst>
          </p:cNvPr>
          <p:cNvCxnSpPr>
            <a:cxnSpLocks/>
            <a:stCxn id="777" idx="6"/>
            <a:endCxn id="798" idx="2"/>
          </p:cNvCxnSpPr>
          <p:nvPr/>
        </p:nvCxnSpPr>
        <p:spPr>
          <a:xfrm flipV="1">
            <a:off x="8221385" y="4718193"/>
            <a:ext cx="358847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Arrow Connector 826">
            <a:extLst>
              <a:ext uri="{FF2B5EF4-FFF2-40B4-BE49-F238E27FC236}">
                <a16:creationId xmlns:a16="http://schemas.microsoft.com/office/drawing/2014/main" id="{043D3ED1-7EEA-3AEC-5A4C-840F3D9DB1A8}"/>
              </a:ext>
            </a:extLst>
          </p:cNvPr>
          <p:cNvCxnSpPr>
            <a:cxnSpLocks/>
            <a:stCxn id="792" idx="6"/>
            <a:endCxn id="798" idx="2"/>
          </p:cNvCxnSpPr>
          <p:nvPr/>
        </p:nvCxnSpPr>
        <p:spPr>
          <a:xfrm>
            <a:off x="8221385" y="4164250"/>
            <a:ext cx="358847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Arrow Connector 827">
            <a:extLst>
              <a:ext uri="{FF2B5EF4-FFF2-40B4-BE49-F238E27FC236}">
                <a16:creationId xmlns:a16="http://schemas.microsoft.com/office/drawing/2014/main" id="{FF163812-E462-A365-2F2B-F55C1107205D}"/>
              </a:ext>
            </a:extLst>
          </p:cNvPr>
          <p:cNvCxnSpPr>
            <a:cxnSpLocks/>
          </p:cNvCxnSpPr>
          <p:nvPr/>
        </p:nvCxnSpPr>
        <p:spPr>
          <a:xfrm>
            <a:off x="8759926" y="4335848"/>
            <a:ext cx="251077" cy="0"/>
          </a:xfrm>
          <a:prstGeom prst="straightConnector1">
            <a:avLst/>
          </a:prstGeom>
          <a:ln w="412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Arrow Connector 828">
            <a:extLst>
              <a:ext uri="{FF2B5EF4-FFF2-40B4-BE49-F238E27FC236}">
                <a16:creationId xmlns:a16="http://schemas.microsoft.com/office/drawing/2014/main" id="{20B93EDD-228E-F7AC-4563-0BD87D204CCD}"/>
              </a:ext>
            </a:extLst>
          </p:cNvPr>
          <p:cNvCxnSpPr>
            <a:cxnSpLocks/>
          </p:cNvCxnSpPr>
          <p:nvPr/>
        </p:nvCxnSpPr>
        <p:spPr>
          <a:xfrm>
            <a:off x="8759926" y="5097848"/>
            <a:ext cx="251077" cy="0"/>
          </a:xfrm>
          <a:prstGeom prst="straightConnector1">
            <a:avLst/>
          </a:prstGeom>
          <a:ln w="412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0" name="Oval 829">
            <a:extLst>
              <a:ext uri="{FF2B5EF4-FFF2-40B4-BE49-F238E27FC236}">
                <a16:creationId xmlns:a16="http://schemas.microsoft.com/office/drawing/2014/main" id="{364241AC-0090-112B-0D42-2205D276A6B2}"/>
              </a:ext>
            </a:extLst>
          </p:cNvPr>
          <p:cNvSpPr/>
          <p:nvPr/>
        </p:nvSpPr>
        <p:spPr>
          <a:xfrm>
            <a:off x="8832018" y="4554304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D0C30CB0-4EFF-EDDB-0601-D6E3175BE96D}"/>
              </a:ext>
            </a:extLst>
          </p:cNvPr>
          <p:cNvSpPr/>
          <p:nvPr/>
        </p:nvSpPr>
        <p:spPr>
          <a:xfrm>
            <a:off x="8832018" y="4706704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050AB1A3-6137-6895-A35F-9424D398950C}"/>
              </a:ext>
            </a:extLst>
          </p:cNvPr>
          <p:cNvSpPr/>
          <p:nvPr/>
        </p:nvSpPr>
        <p:spPr>
          <a:xfrm>
            <a:off x="8832018" y="4859104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E073705F-CCD8-51B9-B0D9-3EADAB11DC66}"/>
              </a:ext>
            </a:extLst>
          </p:cNvPr>
          <p:cNvCxnSpPr>
            <a:cxnSpLocks/>
          </p:cNvCxnSpPr>
          <p:nvPr/>
        </p:nvCxnSpPr>
        <p:spPr>
          <a:xfrm>
            <a:off x="7340164" y="4335848"/>
            <a:ext cx="251077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DA66B961-1CAD-2A7D-AEA4-3B4B56B1D984}"/>
              </a:ext>
            </a:extLst>
          </p:cNvPr>
          <p:cNvCxnSpPr>
            <a:cxnSpLocks/>
          </p:cNvCxnSpPr>
          <p:nvPr/>
        </p:nvCxnSpPr>
        <p:spPr>
          <a:xfrm>
            <a:off x="7340164" y="5097848"/>
            <a:ext cx="251077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Oval 388">
            <a:extLst>
              <a:ext uri="{FF2B5EF4-FFF2-40B4-BE49-F238E27FC236}">
                <a16:creationId xmlns:a16="http://schemas.microsoft.com/office/drawing/2014/main" id="{C859D1D6-5B85-BF43-EB4A-35B78953B55F}"/>
              </a:ext>
            </a:extLst>
          </p:cNvPr>
          <p:cNvSpPr/>
          <p:nvPr/>
        </p:nvSpPr>
        <p:spPr>
          <a:xfrm>
            <a:off x="7420507" y="4549389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99AAAEA6-55C2-BC6B-38DA-53493C5D437A}"/>
              </a:ext>
            </a:extLst>
          </p:cNvPr>
          <p:cNvSpPr/>
          <p:nvPr/>
        </p:nvSpPr>
        <p:spPr>
          <a:xfrm>
            <a:off x="7420507" y="4701789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073693DB-BBF9-CBA8-98FB-027C4A92E190}"/>
              </a:ext>
            </a:extLst>
          </p:cNvPr>
          <p:cNvSpPr/>
          <p:nvPr/>
        </p:nvSpPr>
        <p:spPr>
          <a:xfrm>
            <a:off x="7420507" y="4854189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98DF4AC1-AF0C-CE18-E992-31C5497407C2}"/>
                  </a:ext>
                </a:extLst>
              </p:cNvPr>
              <p:cNvSpPr txBox="1"/>
              <p:nvPr/>
            </p:nvSpPr>
            <p:spPr>
              <a:xfrm>
                <a:off x="6835648" y="4425321"/>
                <a:ext cx="7095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ar-AE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98DF4AC1-AF0C-CE18-E992-31C54974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48" y="4425321"/>
                <a:ext cx="709507" cy="461665"/>
              </a:xfrm>
              <a:prstGeom prst="rect">
                <a:avLst/>
              </a:prstGeom>
              <a:blipFill>
                <a:blip r:embed="rId5"/>
                <a:stretch>
                  <a:fillRect t="-10811" r="-8772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8D53D425-D74F-0BBD-355E-9DB975AE89E9}"/>
              </a:ext>
            </a:extLst>
          </p:cNvPr>
          <p:cNvSpPr/>
          <p:nvPr/>
        </p:nvSpPr>
        <p:spPr>
          <a:xfrm>
            <a:off x="8242355" y="194120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131B88C-6E94-DF8F-91D1-CF241C2812E7}"/>
              </a:ext>
            </a:extLst>
          </p:cNvPr>
          <p:cNvSpPr/>
          <p:nvPr/>
        </p:nvSpPr>
        <p:spPr>
          <a:xfrm>
            <a:off x="8242355" y="231600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775CBF2-1B09-3307-F110-DA68A6936928}"/>
              </a:ext>
            </a:extLst>
          </p:cNvPr>
          <p:cNvSpPr/>
          <p:nvPr/>
        </p:nvSpPr>
        <p:spPr>
          <a:xfrm>
            <a:off x="8242355" y="269081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E135C44-CCDB-B265-A92A-58AC5DC46104}"/>
              </a:ext>
            </a:extLst>
          </p:cNvPr>
          <p:cNvSpPr/>
          <p:nvPr/>
        </p:nvSpPr>
        <p:spPr>
          <a:xfrm>
            <a:off x="8725278" y="2138400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8173FA1-B031-AA60-2FAF-7BF166144212}"/>
              </a:ext>
            </a:extLst>
          </p:cNvPr>
          <p:cNvSpPr/>
          <p:nvPr/>
        </p:nvSpPr>
        <p:spPr>
          <a:xfrm>
            <a:off x="8725278" y="251473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B7BB48F-945F-6173-2E8D-7413C3C679DC}"/>
              </a:ext>
            </a:extLst>
          </p:cNvPr>
          <p:cNvSpPr/>
          <p:nvPr/>
        </p:nvSpPr>
        <p:spPr>
          <a:xfrm>
            <a:off x="8725277" y="289106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4AC416D-38E8-4C0C-6398-46D87EF9D70B}"/>
              </a:ext>
            </a:extLst>
          </p:cNvPr>
          <p:cNvCxnSpPr>
            <a:cxnSpLocks/>
            <a:stCxn id="41" idx="6"/>
            <a:endCxn id="45" idx="2"/>
          </p:cNvCxnSpPr>
          <p:nvPr/>
        </p:nvCxnSpPr>
        <p:spPr>
          <a:xfrm>
            <a:off x="8366431" y="2003244"/>
            <a:ext cx="358846" cy="19719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61D219D-F4E9-7EBD-872E-0D065D1F9069}"/>
              </a:ext>
            </a:extLst>
          </p:cNvPr>
          <p:cNvCxnSpPr>
            <a:cxnSpLocks/>
            <a:stCxn id="41" idx="6"/>
            <a:endCxn id="46" idx="2"/>
          </p:cNvCxnSpPr>
          <p:nvPr/>
        </p:nvCxnSpPr>
        <p:spPr>
          <a:xfrm>
            <a:off x="8366431" y="2003244"/>
            <a:ext cx="358846" cy="57352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FD20F9C-6A4B-AE86-C849-8098FB5BDE82}"/>
              </a:ext>
            </a:extLst>
          </p:cNvPr>
          <p:cNvCxnSpPr>
            <a:cxnSpLocks/>
            <a:stCxn id="41" idx="6"/>
            <a:endCxn id="48" idx="2"/>
          </p:cNvCxnSpPr>
          <p:nvPr/>
        </p:nvCxnSpPr>
        <p:spPr>
          <a:xfrm>
            <a:off x="8366432" y="2003245"/>
            <a:ext cx="358845" cy="94986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1A26BA0-3F6C-ADCC-CC41-01FDBF690D0D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 flipV="1">
            <a:off x="8366431" y="2200439"/>
            <a:ext cx="358846" cy="177609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30127B6-8D6B-A196-B720-0E5F23247744}"/>
              </a:ext>
            </a:extLst>
          </p:cNvPr>
          <p:cNvCxnSpPr>
            <a:cxnSpLocks/>
            <a:stCxn id="42" idx="6"/>
            <a:endCxn id="46" idx="2"/>
          </p:cNvCxnSpPr>
          <p:nvPr/>
        </p:nvCxnSpPr>
        <p:spPr>
          <a:xfrm>
            <a:off x="8366431" y="2378048"/>
            <a:ext cx="358846" cy="19872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BC94392-1987-9614-642C-E7E6615E3D60}"/>
              </a:ext>
            </a:extLst>
          </p:cNvPr>
          <p:cNvCxnSpPr>
            <a:cxnSpLocks/>
            <a:stCxn id="43" idx="6"/>
            <a:endCxn id="48" idx="2"/>
          </p:cNvCxnSpPr>
          <p:nvPr/>
        </p:nvCxnSpPr>
        <p:spPr>
          <a:xfrm>
            <a:off x="8366432" y="2752851"/>
            <a:ext cx="358845" cy="20025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5C3DB2F-5427-6A3F-194B-EA4638F7C267}"/>
              </a:ext>
            </a:extLst>
          </p:cNvPr>
          <p:cNvCxnSpPr>
            <a:cxnSpLocks/>
            <a:stCxn id="42" idx="6"/>
            <a:endCxn id="48" idx="2"/>
          </p:cNvCxnSpPr>
          <p:nvPr/>
        </p:nvCxnSpPr>
        <p:spPr>
          <a:xfrm>
            <a:off x="8366432" y="2378047"/>
            <a:ext cx="358845" cy="5750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2A761CE-D0A7-5AF0-A41B-0EA92CB6B944}"/>
              </a:ext>
            </a:extLst>
          </p:cNvPr>
          <p:cNvCxnSpPr>
            <a:cxnSpLocks/>
            <a:stCxn id="43" idx="6"/>
            <a:endCxn id="45" idx="2"/>
          </p:cNvCxnSpPr>
          <p:nvPr/>
        </p:nvCxnSpPr>
        <p:spPr>
          <a:xfrm flipV="1">
            <a:off x="8366431" y="2200438"/>
            <a:ext cx="358846" cy="5524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5897108-17E8-C4EE-32AB-0F4FBAD1BA40}"/>
              </a:ext>
            </a:extLst>
          </p:cNvPr>
          <p:cNvCxnSpPr>
            <a:cxnSpLocks/>
            <a:stCxn id="43" idx="6"/>
            <a:endCxn id="46" idx="2"/>
          </p:cNvCxnSpPr>
          <p:nvPr/>
        </p:nvCxnSpPr>
        <p:spPr>
          <a:xfrm flipV="1">
            <a:off x="8366431" y="2576772"/>
            <a:ext cx="358846" cy="17607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879A0DA4-E8AF-5661-5E8F-2C85368FC67A}"/>
              </a:ext>
            </a:extLst>
          </p:cNvPr>
          <p:cNvSpPr/>
          <p:nvPr/>
        </p:nvSpPr>
        <p:spPr>
          <a:xfrm>
            <a:off x="8725278" y="176206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655BDF6-A5BC-FE68-5FF0-37A4AF856BE3}"/>
              </a:ext>
            </a:extLst>
          </p:cNvPr>
          <p:cNvCxnSpPr>
            <a:cxnSpLocks/>
            <a:stCxn id="41" idx="6"/>
            <a:endCxn id="61" idx="2"/>
          </p:cNvCxnSpPr>
          <p:nvPr/>
        </p:nvCxnSpPr>
        <p:spPr>
          <a:xfrm flipV="1">
            <a:off x="8366431" y="1824104"/>
            <a:ext cx="358846" cy="17914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81B605D-9869-69FF-3FE2-2C98381834FF}"/>
              </a:ext>
            </a:extLst>
          </p:cNvPr>
          <p:cNvCxnSpPr>
            <a:cxnSpLocks/>
            <a:stCxn id="42" idx="6"/>
            <a:endCxn id="61" idx="2"/>
          </p:cNvCxnSpPr>
          <p:nvPr/>
        </p:nvCxnSpPr>
        <p:spPr>
          <a:xfrm flipV="1">
            <a:off x="8366431" y="1824105"/>
            <a:ext cx="358846" cy="5539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43D0A0F6-CB24-FA8A-5429-3B102AE0037A}"/>
              </a:ext>
            </a:extLst>
          </p:cNvPr>
          <p:cNvCxnSpPr>
            <a:cxnSpLocks/>
            <a:stCxn id="43" idx="6"/>
            <a:endCxn id="61" idx="2"/>
          </p:cNvCxnSpPr>
          <p:nvPr/>
        </p:nvCxnSpPr>
        <p:spPr>
          <a:xfrm flipV="1">
            <a:off x="8366431" y="1824104"/>
            <a:ext cx="358846" cy="92874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1D4A7A3A-5761-40C0-D8AA-A624994ACFD1}"/>
              </a:ext>
            </a:extLst>
          </p:cNvPr>
          <p:cNvSpPr/>
          <p:nvPr/>
        </p:nvSpPr>
        <p:spPr>
          <a:xfrm>
            <a:off x="9208202" y="194120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53" name="Oval 452">
            <a:extLst>
              <a:ext uri="{FF2B5EF4-FFF2-40B4-BE49-F238E27FC236}">
                <a16:creationId xmlns:a16="http://schemas.microsoft.com/office/drawing/2014/main" id="{CB76B699-C6B1-54C9-3B84-5F5648C51588}"/>
              </a:ext>
            </a:extLst>
          </p:cNvPr>
          <p:cNvSpPr/>
          <p:nvPr/>
        </p:nvSpPr>
        <p:spPr>
          <a:xfrm>
            <a:off x="9208202" y="231600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25D6635D-4F80-E640-AF8E-77A53EA73904}"/>
              </a:ext>
            </a:extLst>
          </p:cNvPr>
          <p:cNvSpPr/>
          <p:nvPr/>
        </p:nvSpPr>
        <p:spPr>
          <a:xfrm>
            <a:off x="9208202" y="269081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56" name="Straight Arrow Connector 455">
            <a:extLst>
              <a:ext uri="{FF2B5EF4-FFF2-40B4-BE49-F238E27FC236}">
                <a16:creationId xmlns:a16="http://schemas.microsoft.com/office/drawing/2014/main" id="{4DD5ECEA-FF43-3865-F808-63AF49C54631}"/>
              </a:ext>
            </a:extLst>
          </p:cNvPr>
          <p:cNvCxnSpPr>
            <a:cxnSpLocks/>
            <a:stCxn id="61" idx="6"/>
            <a:endCxn id="450" idx="2"/>
          </p:cNvCxnSpPr>
          <p:nvPr/>
        </p:nvCxnSpPr>
        <p:spPr>
          <a:xfrm>
            <a:off x="8849355" y="1824104"/>
            <a:ext cx="358847" cy="17914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Arrow Connector 456">
            <a:extLst>
              <a:ext uri="{FF2B5EF4-FFF2-40B4-BE49-F238E27FC236}">
                <a16:creationId xmlns:a16="http://schemas.microsoft.com/office/drawing/2014/main" id="{B1D467BB-4A58-2798-FCC1-AC5D1895E44F}"/>
              </a:ext>
            </a:extLst>
          </p:cNvPr>
          <p:cNvCxnSpPr>
            <a:cxnSpLocks/>
            <a:stCxn id="45" idx="6"/>
            <a:endCxn id="450" idx="2"/>
          </p:cNvCxnSpPr>
          <p:nvPr/>
        </p:nvCxnSpPr>
        <p:spPr>
          <a:xfrm flipV="1">
            <a:off x="8849355" y="2003244"/>
            <a:ext cx="358847" cy="19719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59672D9A-0973-81C4-69FF-D2900AE70046}"/>
              </a:ext>
            </a:extLst>
          </p:cNvPr>
          <p:cNvCxnSpPr>
            <a:cxnSpLocks/>
            <a:stCxn id="46" idx="6"/>
            <a:endCxn id="450" idx="2"/>
          </p:cNvCxnSpPr>
          <p:nvPr/>
        </p:nvCxnSpPr>
        <p:spPr>
          <a:xfrm flipV="1">
            <a:off x="8849355" y="2003244"/>
            <a:ext cx="358847" cy="57352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Arrow Connector 459">
            <a:extLst>
              <a:ext uri="{FF2B5EF4-FFF2-40B4-BE49-F238E27FC236}">
                <a16:creationId xmlns:a16="http://schemas.microsoft.com/office/drawing/2014/main" id="{ADDDB926-2470-B5CD-0B14-F3BF99B339A6}"/>
              </a:ext>
            </a:extLst>
          </p:cNvPr>
          <p:cNvCxnSpPr>
            <a:cxnSpLocks/>
            <a:stCxn id="48" idx="6"/>
            <a:endCxn id="450" idx="2"/>
          </p:cNvCxnSpPr>
          <p:nvPr/>
        </p:nvCxnSpPr>
        <p:spPr>
          <a:xfrm flipV="1">
            <a:off x="8849353" y="2003245"/>
            <a:ext cx="358848" cy="94986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Arrow Connector 460">
            <a:extLst>
              <a:ext uri="{FF2B5EF4-FFF2-40B4-BE49-F238E27FC236}">
                <a16:creationId xmlns:a16="http://schemas.microsoft.com/office/drawing/2014/main" id="{5EEEFD51-D5E7-4E68-91EB-033ACF3EC8C5}"/>
              </a:ext>
            </a:extLst>
          </p:cNvPr>
          <p:cNvCxnSpPr>
            <a:cxnSpLocks/>
            <a:stCxn id="48" idx="6"/>
            <a:endCxn id="453" idx="2"/>
          </p:cNvCxnSpPr>
          <p:nvPr/>
        </p:nvCxnSpPr>
        <p:spPr>
          <a:xfrm flipV="1">
            <a:off x="8849353" y="2378047"/>
            <a:ext cx="358848" cy="5750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Arrow Connector 461">
            <a:extLst>
              <a:ext uri="{FF2B5EF4-FFF2-40B4-BE49-F238E27FC236}">
                <a16:creationId xmlns:a16="http://schemas.microsoft.com/office/drawing/2014/main" id="{E0E73136-A73E-72EE-6BDD-2A5C201E49A1}"/>
              </a:ext>
            </a:extLst>
          </p:cNvPr>
          <p:cNvCxnSpPr>
            <a:cxnSpLocks/>
            <a:stCxn id="46" idx="6"/>
            <a:endCxn id="455" idx="2"/>
          </p:cNvCxnSpPr>
          <p:nvPr/>
        </p:nvCxnSpPr>
        <p:spPr>
          <a:xfrm>
            <a:off x="8849355" y="2576772"/>
            <a:ext cx="358847" cy="17607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Arrow Connector 462">
            <a:extLst>
              <a:ext uri="{FF2B5EF4-FFF2-40B4-BE49-F238E27FC236}">
                <a16:creationId xmlns:a16="http://schemas.microsoft.com/office/drawing/2014/main" id="{C1D33431-923D-C759-D357-C3DF6FC915BB}"/>
              </a:ext>
            </a:extLst>
          </p:cNvPr>
          <p:cNvCxnSpPr>
            <a:cxnSpLocks/>
            <a:stCxn id="61" idx="6"/>
            <a:endCxn id="455" idx="2"/>
          </p:cNvCxnSpPr>
          <p:nvPr/>
        </p:nvCxnSpPr>
        <p:spPr>
          <a:xfrm>
            <a:off x="8849355" y="1824104"/>
            <a:ext cx="358847" cy="92874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Arrow Connector 463">
            <a:extLst>
              <a:ext uri="{FF2B5EF4-FFF2-40B4-BE49-F238E27FC236}">
                <a16:creationId xmlns:a16="http://schemas.microsoft.com/office/drawing/2014/main" id="{20D699FA-8D81-23D6-F24C-8D3AA0822AE9}"/>
              </a:ext>
            </a:extLst>
          </p:cNvPr>
          <p:cNvCxnSpPr>
            <a:cxnSpLocks/>
            <a:stCxn id="45" idx="6"/>
            <a:endCxn id="455" idx="2"/>
          </p:cNvCxnSpPr>
          <p:nvPr/>
        </p:nvCxnSpPr>
        <p:spPr>
          <a:xfrm>
            <a:off x="8849355" y="2200438"/>
            <a:ext cx="358847" cy="5524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3545921E-02BD-0E60-5992-F411D793E468}"/>
              </a:ext>
            </a:extLst>
          </p:cNvPr>
          <p:cNvCxnSpPr>
            <a:cxnSpLocks/>
            <a:stCxn id="48" idx="6"/>
            <a:endCxn id="455" idx="2"/>
          </p:cNvCxnSpPr>
          <p:nvPr/>
        </p:nvCxnSpPr>
        <p:spPr>
          <a:xfrm flipV="1">
            <a:off x="8849353" y="2752851"/>
            <a:ext cx="358848" cy="20025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465">
            <a:extLst>
              <a:ext uri="{FF2B5EF4-FFF2-40B4-BE49-F238E27FC236}">
                <a16:creationId xmlns:a16="http://schemas.microsoft.com/office/drawing/2014/main" id="{C07C5252-3859-FF8B-D187-BED74469EF77}"/>
              </a:ext>
            </a:extLst>
          </p:cNvPr>
          <p:cNvCxnSpPr>
            <a:cxnSpLocks/>
            <a:stCxn id="45" idx="6"/>
            <a:endCxn id="453" idx="2"/>
          </p:cNvCxnSpPr>
          <p:nvPr/>
        </p:nvCxnSpPr>
        <p:spPr>
          <a:xfrm>
            <a:off x="8849355" y="2200439"/>
            <a:ext cx="358847" cy="177609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466">
            <a:extLst>
              <a:ext uri="{FF2B5EF4-FFF2-40B4-BE49-F238E27FC236}">
                <a16:creationId xmlns:a16="http://schemas.microsoft.com/office/drawing/2014/main" id="{C8DC4889-2D0B-0504-EF28-B2907DA595A8}"/>
              </a:ext>
            </a:extLst>
          </p:cNvPr>
          <p:cNvCxnSpPr>
            <a:cxnSpLocks/>
            <a:stCxn id="46" idx="6"/>
            <a:endCxn id="453" idx="2"/>
          </p:cNvCxnSpPr>
          <p:nvPr/>
        </p:nvCxnSpPr>
        <p:spPr>
          <a:xfrm flipV="1">
            <a:off x="8849355" y="2378048"/>
            <a:ext cx="358847" cy="19872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E80C02F5-E38B-570B-06FE-EC666177A87E}"/>
              </a:ext>
            </a:extLst>
          </p:cNvPr>
          <p:cNvCxnSpPr>
            <a:cxnSpLocks/>
            <a:stCxn id="61" idx="6"/>
            <a:endCxn id="453" idx="2"/>
          </p:cNvCxnSpPr>
          <p:nvPr/>
        </p:nvCxnSpPr>
        <p:spPr>
          <a:xfrm>
            <a:off x="8849355" y="1824105"/>
            <a:ext cx="358847" cy="5539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Arrow Connector 487">
            <a:extLst>
              <a:ext uri="{FF2B5EF4-FFF2-40B4-BE49-F238E27FC236}">
                <a16:creationId xmlns:a16="http://schemas.microsoft.com/office/drawing/2014/main" id="{D6D6EDD0-0E9D-F407-94E5-21AA03DB7A48}"/>
              </a:ext>
            </a:extLst>
          </p:cNvPr>
          <p:cNvCxnSpPr>
            <a:cxnSpLocks/>
          </p:cNvCxnSpPr>
          <p:nvPr/>
        </p:nvCxnSpPr>
        <p:spPr>
          <a:xfrm flipV="1">
            <a:off x="17252493" y="1317946"/>
            <a:ext cx="0" cy="128179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Arrow Connector 488">
            <a:extLst>
              <a:ext uri="{FF2B5EF4-FFF2-40B4-BE49-F238E27FC236}">
                <a16:creationId xmlns:a16="http://schemas.microsoft.com/office/drawing/2014/main" id="{A657AD0F-2F45-B9FF-C5A2-D6FE043F56E4}"/>
              </a:ext>
            </a:extLst>
          </p:cNvPr>
          <p:cNvCxnSpPr>
            <a:cxnSpLocks/>
          </p:cNvCxnSpPr>
          <p:nvPr/>
        </p:nvCxnSpPr>
        <p:spPr>
          <a:xfrm>
            <a:off x="17252493" y="2599738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C00687DF-3E41-B289-A884-DA08872FE355}"/>
              </a:ext>
            </a:extLst>
          </p:cNvPr>
          <p:cNvCxnSpPr>
            <a:cxnSpLocks/>
          </p:cNvCxnSpPr>
          <p:nvPr/>
        </p:nvCxnSpPr>
        <p:spPr>
          <a:xfrm flipH="1">
            <a:off x="16845156" y="2604442"/>
            <a:ext cx="402390" cy="60308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Arrow Connector 490">
            <a:extLst>
              <a:ext uri="{FF2B5EF4-FFF2-40B4-BE49-F238E27FC236}">
                <a16:creationId xmlns:a16="http://schemas.microsoft.com/office/drawing/2014/main" id="{08DD7FFC-EF86-5B8E-20CE-D22AA7E9ECE8}"/>
              </a:ext>
            </a:extLst>
          </p:cNvPr>
          <p:cNvCxnSpPr/>
          <p:nvPr/>
        </p:nvCxnSpPr>
        <p:spPr>
          <a:xfrm flipV="1">
            <a:off x="17247546" y="1720634"/>
            <a:ext cx="987634" cy="879105"/>
          </a:xfrm>
          <a:prstGeom prst="straightConnector1">
            <a:avLst/>
          </a:prstGeom>
          <a:ln>
            <a:solidFill>
              <a:srgbClr val="0070C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Arrow Connector 491">
            <a:extLst>
              <a:ext uri="{FF2B5EF4-FFF2-40B4-BE49-F238E27FC236}">
                <a16:creationId xmlns:a16="http://schemas.microsoft.com/office/drawing/2014/main" id="{A7B8CC92-F4C8-4AA0-CD41-7C5B09EFF874}"/>
              </a:ext>
            </a:extLst>
          </p:cNvPr>
          <p:cNvCxnSpPr>
            <a:cxnSpLocks/>
          </p:cNvCxnSpPr>
          <p:nvPr/>
        </p:nvCxnSpPr>
        <p:spPr>
          <a:xfrm>
            <a:off x="17247547" y="2604443"/>
            <a:ext cx="866239" cy="397983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Arc 492">
            <a:extLst>
              <a:ext uri="{FF2B5EF4-FFF2-40B4-BE49-F238E27FC236}">
                <a16:creationId xmlns:a16="http://schemas.microsoft.com/office/drawing/2014/main" id="{825D71E3-902E-A854-B97A-B50A9057D2DA}"/>
              </a:ext>
            </a:extLst>
          </p:cNvPr>
          <p:cNvSpPr/>
          <p:nvPr/>
        </p:nvSpPr>
        <p:spPr>
          <a:xfrm rot="3205068">
            <a:off x="16990760" y="2102932"/>
            <a:ext cx="722297" cy="722297"/>
          </a:xfrm>
          <a:prstGeom prst="arc">
            <a:avLst/>
          </a:prstGeom>
          <a:ln>
            <a:solidFill>
              <a:schemeClr val="tx1"/>
            </a:solidFill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6" name="TextBox 495">
                <a:extLst>
                  <a:ext uri="{FF2B5EF4-FFF2-40B4-BE49-F238E27FC236}">
                    <a16:creationId xmlns:a16="http://schemas.microsoft.com/office/drawing/2014/main" id="{AC1D1ACD-759C-35AA-1FE2-CB19C3A26AC0}"/>
                  </a:ext>
                </a:extLst>
              </p:cNvPr>
              <p:cNvSpPr txBox="1"/>
              <p:nvPr/>
            </p:nvSpPr>
            <p:spPr>
              <a:xfrm>
                <a:off x="18021582" y="1446236"/>
                <a:ext cx="863184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</m:oMath>
                  </m:oMathPara>
                </a14:m>
                <a:endParaRPr lang="ar-A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96" name="TextBox 495">
                <a:extLst>
                  <a:ext uri="{FF2B5EF4-FFF2-40B4-BE49-F238E27FC236}">
                    <a16:creationId xmlns:a16="http://schemas.microsoft.com/office/drawing/2014/main" id="{AC1D1ACD-759C-35AA-1FE2-CB19C3A26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1582" y="1446236"/>
                <a:ext cx="863184" cy="470000"/>
              </a:xfrm>
              <a:prstGeom prst="rect">
                <a:avLst/>
              </a:prstGeom>
              <a:blipFill>
                <a:blip r:embed="rId6"/>
                <a:stretch>
                  <a:fillRect t="-7895" r="-428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7" name="TextBox 496">
                <a:extLst>
                  <a:ext uri="{FF2B5EF4-FFF2-40B4-BE49-F238E27FC236}">
                    <a16:creationId xmlns:a16="http://schemas.microsoft.com/office/drawing/2014/main" id="{779F3271-F4D1-7289-DAEC-D89FF0B48A26}"/>
                  </a:ext>
                </a:extLst>
              </p:cNvPr>
              <p:cNvSpPr txBox="1"/>
              <p:nvPr/>
            </p:nvSpPr>
            <p:spPr>
              <a:xfrm>
                <a:off x="17968908" y="2838162"/>
                <a:ext cx="863184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r>
                        <a:rPr lang="en-GB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7" name="TextBox 496">
                <a:extLst>
                  <a:ext uri="{FF2B5EF4-FFF2-40B4-BE49-F238E27FC236}">
                    <a16:creationId xmlns:a16="http://schemas.microsoft.com/office/drawing/2014/main" id="{779F3271-F4D1-7289-DAEC-D89FF0B48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8908" y="2838162"/>
                <a:ext cx="863184" cy="468205"/>
              </a:xfrm>
              <a:prstGeom prst="rect">
                <a:avLst/>
              </a:prstGeom>
              <a:blipFill>
                <a:blip r:embed="rId7"/>
                <a:stretch>
                  <a:fillRect t="-7895" r="-8824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8" name="Oval 497">
            <a:extLst>
              <a:ext uri="{FF2B5EF4-FFF2-40B4-BE49-F238E27FC236}">
                <a16:creationId xmlns:a16="http://schemas.microsoft.com/office/drawing/2014/main" id="{2A651869-CD4F-FF7C-B073-238BCFC1BA8B}"/>
              </a:ext>
            </a:extLst>
          </p:cNvPr>
          <p:cNvSpPr/>
          <p:nvPr/>
        </p:nvSpPr>
        <p:spPr>
          <a:xfrm>
            <a:off x="7047913" y="192793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99" name="Oval 498">
            <a:extLst>
              <a:ext uri="{FF2B5EF4-FFF2-40B4-BE49-F238E27FC236}">
                <a16:creationId xmlns:a16="http://schemas.microsoft.com/office/drawing/2014/main" id="{187660A2-7C16-341C-69E8-F42D968630D8}"/>
              </a:ext>
            </a:extLst>
          </p:cNvPr>
          <p:cNvSpPr/>
          <p:nvPr/>
        </p:nvSpPr>
        <p:spPr>
          <a:xfrm>
            <a:off x="7047913" y="230273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00" name="Oval 499">
            <a:extLst>
              <a:ext uri="{FF2B5EF4-FFF2-40B4-BE49-F238E27FC236}">
                <a16:creationId xmlns:a16="http://schemas.microsoft.com/office/drawing/2014/main" id="{D4E5C528-E85D-1A32-C0F5-F65C7CB33D37}"/>
              </a:ext>
            </a:extLst>
          </p:cNvPr>
          <p:cNvSpPr/>
          <p:nvPr/>
        </p:nvSpPr>
        <p:spPr>
          <a:xfrm>
            <a:off x="7047913" y="2677538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01" name="Oval 500">
            <a:extLst>
              <a:ext uri="{FF2B5EF4-FFF2-40B4-BE49-F238E27FC236}">
                <a16:creationId xmlns:a16="http://schemas.microsoft.com/office/drawing/2014/main" id="{8E64B04A-95C0-6C45-5736-862697B00AB5}"/>
              </a:ext>
            </a:extLst>
          </p:cNvPr>
          <p:cNvSpPr/>
          <p:nvPr/>
        </p:nvSpPr>
        <p:spPr>
          <a:xfrm>
            <a:off x="7530836" y="212512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02" name="Oval 501">
            <a:extLst>
              <a:ext uri="{FF2B5EF4-FFF2-40B4-BE49-F238E27FC236}">
                <a16:creationId xmlns:a16="http://schemas.microsoft.com/office/drawing/2014/main" id="{4200423B-23B7-ECBA-7010-1225FEF4035B}"/>
              </a:ext>
            </a:extLst>
          </p:cNvPr>
          <p:cNvSpPr/>
          <p:nvPr/>
        </p:nvSpPr>
        <p:spPr>
          <a:xfrm>
            <a:off x="7530836" y="2501460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03" name="Oval 502">
            <a:extLst>
              <a:ext uri="{FF2B5EF4-FFF2-40B4-BE49-F238E27FC236}">
                <a16:creationId xmlns:a16="http://schemas.microsoft.com/office/drawing/2014/main" id="{D1FFBF2D-1242-2FE7-9901-691FC3D9BFD3}"/>
              </a:ext>
            </a:extLst>
          </p:cNvPr>
          <p:cNvSpPr/>
          <p:nvPr/>
        </p:nvSpPr>
        <p:spPr>
          <a:xfrm>
            <a:off x="7530835" y="287779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504" name="Straight Arrow Connector 503">
            <a:extLst>
              <a:ext uri="{FF2B5EF4-FFF2-40B4-BE49-F238E27FC236}">
                <a16:creationId xmlns:a16="http://schemas.microsoft.com/office/drawing/2014/main" id="{FE6A6A38-7DC5-8B67-CBF2-B2EFDA3BF099}"/>
              </a:ext>
            </a:extLst>
          </p:cNvPr>
          <p:cNvCxnSpPr>
            <a:cxnSpLocks/>
            <a:stCxn id="498" idx="6"/>
            <a:endCxn id="501" idx="2"/>
          </p:cNvCxnSpPr>
          <p:nvPr/>
        </p:nvCxnSpPr>
        <p:spPr>
          <a:xfrm>
            <a:off x="7171989" y="1989970"/>
            <a:ext cx="358846" cy="19719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183B6984-83A6-15C8-39D8-E661ABBC7358}"/>
              </a:ext>
            </a:extLst>
          </p:cNvPr>
          <p:cNvCxnSpPr>
            <a:cxnSpLocks/>
            <a:stCxn id="498" idx="6"/>
            <a:endCxn id="502" idx="2"/>
          </p:cNvCxnSpPr>
          <p:nvPr/>
        </p:nvCxnSpPr>
        <p:spPr>
          <a:xfrm>
            <a:off x="7171989" y="1989970"/>
            <a:ext cx="358846" cy="57352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5EF5D4F0-4982-B9B0-D9AF-FC20C997D397}"/>
              </a:ext>
            </a:extLst>
          </p:cNvPr>
          <p:cNvCxnSpPr>
            <a:cxnSpLocks/>
            <a:stCxn id="498" idx="6"/>
            <a:endCxn id="503" idx="2"/>
          </p:cNvCxnSpPr>
          <p:nvPr/>
        </p:nvCxnSpPr>
        <p:spPr>
          <a:xfrm>
            <a:off x="7171990" y="1989971"/>
            <a:ext cx="358845" cy="94986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Arrow Connector 506">
            <a:extLst>
              <a:ext uri="{FF2B5EF4-FFF2-40B4-BE49-F238E27FC236}">
                <a16:creationId xmlns:a16="http://schemas.microsoft.com/office/drawing/2014/main" id="{F7E796AC-37CF-5B65-84C6-979113C87356}"/>
              </a:ext>
            </a:extLst>
          </p:cNvPr>
          <p:cNvCxnSpPr>
            <a:cxnSpLocks/>
            <a:stCxn id="499" idx="6"/>
            <a:endCxn id="501" idx="2"/>
          </p:cNvCxnSpPr>
          <p:nvPr/>
        </p:nvCxnSpPr>
        <p:spPr>
          <a:xfrm flipV="1">
            <a:off x="7171989" y="2187165"/>
            <a:ext cx="358846" cy="177609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756FD7AC-3647-D071-ADA3-EF27992B1FC0}"/>
              </a:ext>
            </a:extLst>
          </p:cNvPr>
          <p:cNvCxnSpPr>
            <a:cxnSpLocks/>
            <a:stCxn id="499" idx="6"/>
            <a:endCxn id="502" idx="2"/>
          </p:cNvCxnSpPr>
          <p:nvPr/>
        </p:nvCxnSpPr>
        <p:spPr>
          <a:xfrm>
            <a:off x="7171989" y="2364774"/>
            <a:ext cx="358846" cy="198725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>
            <a:extLst>
              <a:ext uri="{FF2B5EF4-FFF2-40B4-BE49-F238E27FC236}">
                <a16:creationId xmlns:a16="http://schemas.microsoft.com/office/drawing/2014/main" id="{FDC16548-9A57-F917-1BFA-3EADC8BC84AB}"/>
              </a:ext>
            </a:extLst>
          </p:cNvPr>
          <p:cNvCxnSpPr>
            <a:cxnSpLocks/>
            <a:stCxn id="500" idx="6"/>
            <a:endCxn id="503" idx="2"/>
          </p:cNvCxnSpPr>
          <p:nvPr/>
        </p:nvCxnSpPr>
        <p:spPr>
          <a:xfrm>
            <a:off x="7171990" y="2739577"/>
            <a:ext cx="358845" cy="20025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Arrow Connector 509">
            <a:extLst>
              <a:ext uri="{FF2B5EF4-FFF2-40B4-BE49-F238E27FC236}">
                <a16:creationId xmlns:a16="http://schemas.microsoft.com/office/drawing/2014/main" id="{DC3EEA40-204E-B631-AE39-EAEB388A4193}"/>
              </a:ext>
            </a:extLst>
          </p:cNvPr>
          <p:cNvCxnSpPr>
            <a:cxnSpLocks/>
            <a:stCxn id="499" idx="6"/>
            <a:endCxn id="503" idx="2"/>
          </p:cNvCxnSpPr>
          <p:nvPr/>
        </p:nvCxnSpPr>
        <p:spPr>
          <a:xfrm>
            <a:off x="7171990" y="2364773"/>
            <a:ext cx="358845" cy="5750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Arrow Connector 510">
            <a:extLst>
              <a:ext uri="{FF2B5EF4-FFF2-40B4-BE49-F238E27FC236}">
                <a16:creationId xmlns:a16="http://schemas.microsoft.com/office/drawing/2014/main" id="{AFA50C16-8783-DB17-0243-8C88B1D9DBB4}"/>
              </a:ext>
            </a:extLst>
          </p:cNvPr>
          <p:cNvCxnSpPr>
            <a:cxnSpLocks/>
            <a:stCxn id="500" idx="6"/>
            <a:endCxn id="501" idx="2"/>
          </p:cNvCxnSpPr>
          <p:nvPr/>
        </p:nvCxnSpPr>
        <p:spPr>
          <a:xfrm flipV="1">
            <a:off x="7171989" y="2187164"/>
            <a:ext cx="358846" cy="55241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2AAC10D-619C-D1DF-9A6F-3D9BB21F5D30}"/>
              </a:ext>
            </a:extLst>
          </p:cNvPr>
          <p:cNvCxnSpPr>
            <a:cxnSpLocks/>
            <a:stCxn id="500" idx="6"/>
            <a:endCxn id="502" idx="2"/>
          </p:cNvCxnSpPr>
          <p:nvPr/>
        </p:nvCxnSpPr>
        <p:spPr>
          <a:xfrm flipV="1">
            <a:off x="7171989" y="2563498"/>
            <a:ext cx="358846" cy="17607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48EF3ED3-1532-43BD-345D-F3381FAC4EBC}"/>
              </a:ext>
            </a:extLst>
          </p:cNvPr>
          <p:cNvSpPr/>
          <p:nvPr/>
        </p:nvSpPr>
        <p:spPr>
          <a:xfrm>
            <a:off x="7530836" y="174879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0FB3F55-2878-D626-50DA-88CFB1A84B72}"/>
              </a:ext>
            </a:extLst>
          </p:cNvPr>
          <p:cNvCxnSpPr>
            <a:cxnSpLocks/>
            <a:stCxn id="498" idx="6"/>
            <a:endCxn id="69" idx="2"/>
          </p:cNvCxnSpPr>
          <p:nvPr/>
        </p:nvCxnSpPr>
        <p:spPr>
          <a:xfrm flipV="1">
            <a:off x="7171989" y="1810830"/>
            <a:ext cx="358846" cy="17914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65CCFAF-0BCB-ECAC-968B-56C8631EFC70}"/>
              </a:ext>
            </a:extLst>
          </p:cNvPr>
          <p:cNvCxnSpPr>
            <a:cxnSpLocks/>
            <a:stCxn id="499" idx="6"/>
            <a:endCxn id="69" idx="2"/>
          </p:cNvCxnSpPr>
          <p:nvPr/>
        </p:nvCxnSpPr>
        <p:spPr>
          <a:xfrm flipV="1">
            <a:off x="7171989" y="1810831"/>
            <a:ext cx="358846" cy="55394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A4E53FD-4B27-6818-077B-3E9BF5589C20}"/>
              </a:ext>
            </a:extLst>
          </p:cNvPr>
          <p:cNvCxnSpPr>
            <a:cxnSpLocks/>
            <a:stCxn id="500" idx="6"/>
            <a:endCxn id="69" idx="2"/>
          </p:cNvCxnSpPr>
          <p:nvPr/>
        </p:nvCxnSpPr>
        <p:spPr>
          <a:xfrm flipV="1">
            <a:off x="7171989" y="1810830"/>
            <a:ext cx="358846" cy="92874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077FAD46-52EF-BB55-47B6-D6901CDFA576}"/>
              </a:ext>
            </a:extLst>
          </p:cNvPr>
          <p:cNvSpPr/>
          <p:nvPr/>
        </p:nvSpPr>
        <p:spPr>
          <a:xfrm>
            <a:off x="8013760" y="192793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E38E5AB-B382-F8F7-65B1-E614BDD83832}"/>
              </a:ext>
            </a:extLst>
          </p:cNvPr>
          <p:cNvSpPr/>
          <p:nvPr/>
        </p:nvSpPr>
        <p:spPr>
          <a:xfrm>
            <a:off x="8013760" y="230273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2126F54-0674-4BCE-5679-CE7B2EFD3D5E}"/>
              </a:ext>
            </a:extLst>
          </p:cNvPr>
          <p:cNvSpPr/>
          <p:nvPr/>
        </p:nvSpPr>
        <p:spPr>
          <a:xfrm>
            <a:off x="8013760" y="2677538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0F78CFF-8631-B3C8-5165-B1D85CC19F8C}"/>
              </a:ext>
            </a:extLst>
          </p:cNvPr>
          <p:cNvCxnSpPr>
            <a:cxnSpLocks/>
            <a:stCxn id="69" idx="6"/>
            <a:endCxn id="73" idx="2"/>
          </p:cNvCxnSpPr>
          <p:nvPr/>
        </p:nvCxnSpPr>
        <p:spPr>
          <a:xfrm>
            <a:off x="7654913" y="1810830"/>
            <a:ext cx="358847" cy="17914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1F9944B-AFCD-E807-91C2-031926A8F6D1}"/>
              </a:ext>
            </a:extLst>
          </p:cNvPr>
          <p:cNvCxnSpPr>
            <a:cxnSpLocks/>
            <a:stCxn id="501" idx="6"/>
            <a:endCxn id="73" idx="2"/>
          </p:cNvCxnSpPr>
          <p:nvPr/>
        </p:nvCxnSpPr>
        <p:spPr>
          <a:xfrm flipV="1">
            <a:off x="7654913" y="1989970"/>
            <a:ext cx="358847" cy="19719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BC944A6-495E-B5EA-8A88-83C50CCD733C}"/>
              </a:ext>
            </a:extLst>
          </p:cNvPr>
          <p:cNvCxnSpPr>
            <a:cxnSpLocks/>
            <a:stCxn id="502" idx="6"/>
            <a:endCxn id="73" idx="2"/>
          </p:cNvCxnSpPr>
          <p:nvPr/>
        </p:nvCxnSpPr>
        <p:spPr>
          <a:xfrm flipV="1">
            <a:off x="7654913" y="1989970"/>
            <a:ext cx="358847" cy="57352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9EA0EBB-5F72-A191-2800-4BC052FED7F1}"/>
              </a:ext>
            </a:extLst>
          </p:cNvPr>
          <p:cNvCxnSpPr>
            <a:cxnSpLocks/>
            <a:stCxn id="503" idx="6"/>
            <a:endCxn id="73" idx="2"/>
          </p:cNvCxnSpPr>
          <p:nvPr/>
        </p:nvCxnSpPr>
        <p:spPr>
          <a:xfrm flipV="1">
            <a:off x="7654911" y="1989971"/>
            <a:ext cx="358848" cy="94986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C0FDDF1-AFD2-F576-D537-E7A0FDD4106F}"/>
              </a:ext>
            </a:extLst>
          </p:cNvPr>
          <p:cNvCxnSpPr>
            <a:cxnSpLocks/>
            <a:stCxn id="503" idx="6"/>
            <a:endCxn id="74" idx="2"/>
          </p:cNvCxnSpPr>
          <p:nvPr/>
        </p:nvCxnSpPr>
        <p:spPr>
          <a:xfrm flipV="1">
            <a:off x="7654911" y="2364773"/>
            <a:ext cx="358848" cy="5750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A80575C-9E64-0A1B-4986-95B9C390CA46}"/>
              </a:ext>
            </a:extLst>
          </p:cNvPr>
          <p:cNvCxnSpPr>
            <a:cxnSpLocks/>
            <a:stCxn id="502" idx="6"/>
            <a:endCxn id="75" idx="2"/>
          </p:cNvCxnSpPr>
          <p:nvPr/>
        </p:nvCxnSpPr>
        <p:spPr>
          <a:xfrm>
            <a:off x="7654913" y="2563498"/>
            <a:ext cx="358847" cy="17607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EC55C94-13F9-2070-5DE5-6244D5E98B21}"/>
              </a:ext>
            </a:extLst>
          </p:cNvPr>
          <p:cNvCxnSpPr>
            <a:cxnSpLocks/>
            <a:stCxn id="69" idx="6"/>
            <a:endCxn id="75" idx="2"/>
          </p:cNvCxnSpPr>
          <p:nvPr/>
        </p:nvCxnSpPr>
        <p:spPr>
          <a:xfrm>
            <a:off x="7654913" y="1810830"/>
            <a:ext cx="358847" cy="92874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CB00F4C-4C2A-05D2-D9A1-F7F72D8A906C}"/>
              </a:ext>
            </a:extLst>
          </p:cNvPr>
          <p:cNvCxnSpPr>
            <a:cxnSpLocks/>
            <a:stCxn id="501" idx="6"/>
            <a:endCxn id="75" idx="2"/>
          </p:cNvCxnSpPr>
          <p:nvPr/>
        </p:nvCxnSpPr>
        <p:spPr>
          <a:xfrm>
            <a:off x="7654913" y="2187164"/>
            <a:ext cx="358847" cy="55241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23115F8-23B9-27DC-B96D-BC37E4FF7CD6}"/>
              </a:ext>
            </a:extLst>
          </p:cNvPr>
          <p:cNvCxnSpPr>
            <a:cxnSpLocks/>
            <a:stCxn id="503" idx="6"/>
            <a:endCxn id="75" idx="2"/>
          </p:cNvCxnSpPr>
          <p:nvPr/>
        </p:nvCxnSpPr>
        <p:spPr>
          <a:xfrm flipV="1">
            <a:off x="7654911" y="2739577"/>
            <a:ext cx="358848" cy="20025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416B3AB-CC49-9815-F945-09D2C0725308}"/>
              </a:ext>
            </a:extLst>
          </p:cNvPr>
          <p:cNvCxnSpPr>
            <a:cxnSpLocks/>
            <a:stCxn id="501" idx="6"/>
            <a:endCxn id="74" idx="2"/>
          </p:cNvCxnSpPr>
          <p:nvPr/>
        </p:nvCxnSpPr>
        <p:spPr>
          <a:xfrm>
            <a:off x="7654913" y="2187165"/>
            <a:ext cx="358847" cy="177609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E8E0BB5-3CB6-D119-5557-57A821F7F132}"/>
              </a:ext>
            </a:extLst>
          </p:cNvPr>
          <p:cNvCxnSpPr>
            <a:cxnSpLocks/>
            <a:stCxn id="502" idx="6"/>
            <a:endCxn id="74" idx="2"/>
          </p:cNvCxnSpPr>
          <p:nvPr/>
        </p:nvCxnSpPr>
        <p:spPr>
          <a:xfrm flipV="1">
            <a:off x="7654913" y="2364774"/>
            <a:ext cx="358847" cy="198725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3A63549-3E0D-D0E5-1031-2F6501975815}"/>
              </a:ext>
            </a:extLst>
          </p:cNvPr>
          <p:cNvCxnSpPr>
            <a:cxnSpLocks/>
            <a:stCxn id="69" idx="6"/>
            <a:endCxn id="74" idx="2"/>
          </p:cNvCxnSpPr>
          <p:nvPr/>
        </p:nvCxnSpPr>
        <p:spPr>
          <a:xfrm>
            <a:off x="7654913" y="1810831"/>
            <a:ext cx="358847" cy="55394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E6E9A179-CDE3-1D73-CC98-36C7D0EC10AE}"/>
                  </a:ext>
                </a:extLst>
              </p:cNvPr>
              <p:cNvSpPr txBox="1"/>
              <p:nvPr/>
            </p:nvSpPr>
            <p:spPr>
              <a:xfrm>
                <a:off x="12270348" y="1617745"/>
                <a:ext cx="709507" cy="468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ar-AE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E6E9A179-CDE3-1D73-CC98-36C7D0EC1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0348" y="1617745"/>
                <a:ext cx="709507" cy="468013"/>
              </a:xfrm>
              <a:prstGeom prst="rect">
                <a:avLst/>
              </a:prstGeom>
              <a:blipFill>
                <a:blip r:embed="rId8"/>
                <a:stretch>
                  <a:fillRect t="-7895" r="-17857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1132E8CA-E182-8D6D-B4C6-CD3B71BF8C1D}"/>
                  </a:ext>
                </a:extLst>
              </p:cNvPr>
              <p:cNvSpPr txBox="1"/>
              <p:nvPr/>
            </p:nvSpPr>
            <p:spPr>
              <a:xfrm>
                <a:off x="12301132" y="2539379"/>
                <a:ext cx="709507" cy="476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a:rPr lang="ar-AE" sz="2400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ar-AE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1132E8CA-E182-8D6D-B4C6-CD3B71BF8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1132" y="2539379"/>
                <a:ext cx="709507" cy="476349"/>
              </a:xfrm>
              <a:prstGeom prst="rect">
                <a:avLst/>
              </a:prstGeom>
              <a:blipFill>
                <a:blip r:embed="rId9"/>
                <a:stretch>
                  <a:fillRect t="-7895" r="-17544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587BBECB-F04C-13F9-B0FF-60715AF34118}"/>
                  </a:ext>
                </a:extLst>
              </p:cNvPr>
              <p:cNvSpPr txBox="1"/>
              <p:nvPr/>
            </p:nvSpPr>
            <p:spPr>
              <a:xfrm>
                <a:off x="11594161" y="2098938"/>
                <a:ext cx="863184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p>
                    </m:sSup>
                  </m:oMath>
                </a14:m>
                <a:r>
                  <a:rPr lang="en-GB" sz="2400" b="1" dirty="0">
                    <a:solidFill>
                      <a:srgbClr val="0070C0"/>
                    </a:solidFill>
                  </a:rPr>
                  <a:t>=</a:t>
                </a:r>
                <a:endParaRPr lang="ar-A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587BBECB-F04C-13F9-B0FF-60715AF34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4161" y="2098938"/>
                <a:ext cx="863184" cy="470000"/>
              </a:xfrm>
              <a:prstGeom prst="rect">
                <a:avLst/>
              </a:prstGeom>
              <a:blipFill>
                <a:blip r:embed="rId10"/>
                <a:stretch>
                  <a:fillRect t="-10526" r="-714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6615C9A7-F079-3C88-6551-51F15D2B04D9}"/>
                  </a:ext>
                </a:extLst>
              </p:cNvPr>
              <p:cNvSpPr txBox="1"/>
              <p:nvPr/>
            </p:nvSpPr>
            <p:spPr>
              <a:xfrm>
                <a:off x="6838888" y="1454640"/>
                <a:ext cx="7980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𝓐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6615C9A7-F079-3C88-6551-51F15D2B0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888" y="1454640"/>
                <a:ext cx="79805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A361E92-9DA6-D4E9-123A-AB59494EE52D}"/>
                  </a:ext>
                </a:extLst>
              </p:cNvPr>
              <p:cNvSpPr txBox="1"/>
              <p:nvPr/>
            </p:nvSpPr>
            <p:spPr>
              <a:xfrm>
                <a:off x="8114502" y="1451408"/>
                <a:ext cx="7980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𝕭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A361E92-9DA6-D4E9-123A-AB59494EE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502" y="1451408"/>
                <a:ext cx="798058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Double Bracket 200">
            <a:extLst>
              <a:ext uri="{FF2B5EF4-FFF2-40B4-BE49-F238E27FC236}">
                <a16:creationId xmlns:a16="http://schemas.microsoft.com/office/drawing/2014/main" id="{DACC0257-BE68-4793-5D29-FBF16BBA7CFA}"/>
              </a:ext>
            </a:extLst>
          </p:cNvPr>
          <p:cNvSpPr/>
          <p:nvPr/>
        </p:nvSpPr>
        <p:spPr>
          <a:xfrm>
            <a:off x="13791984" y="1655016"/>
            <a:ext cx="584200" cy="124274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FA96A076-6E3B-4964-80EC-127674C1442D}"/>
              </a:ext>
            </a:extLst>
          </p:cNvPr>
          <p:cNvSpPr/>
          <p:nvPr/>
        </p:nvSpPr>
        <p:spPr>
          <a:xfrm>
            <a:off x="14058940" y="2089254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17BC4FB0-A702-1003-02F6-DF2CECD63A8B}"/>
              </a:ext>
            </a:extLst>
          </p:cNvPr>
          <p:cNvSpPr/>
          <p:nvPr/>
        </p:nvSpPr>
        <p:spPr>
          <a:xfrm>
            <a:off x="14058940" y="2241654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91DE2DE4-B917-AEA5-4CB3-35DBF20E8A6C}"/>
              </a:ext>
            </a:extLst>
          </p:cNvPr>
          <p:cNvSpPr/>
          <p:nvPr/>
        </p:nvSpPr>
        <p:spPr>
          <a:xfrm>
            <a:off x="14058940" y="2394054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C3F3196E-D359-5943-7830-635156852363}"/>
                  </a:ext>
                </a:extLst>
              </p:cNvPr>
              <p:cNvSpPr txBox="1"/>
              <p:nvPr/>
            </p:nvSpPr>
            <p:spPr>
              <a:xfrm>
                <a:off x="13759604" y="1595215"/>
                <a:ext cx="709507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</m:oMath>
                  </m:oMathPara>
                </a14:m>
                <a:endParaRPr lang="ar-AE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C3F3196E-D359-5943-7830-635156852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9604" y="1595215"/>
                <a:ext cx="709507" cy="473591"/>
              </a:xfrm>
              <a:prstGeom prst="rect">
                <a:avLst/>
              </a:prstGeom>
              <a:blipFill>
                <a:blip r:embed="rId13"/>
                <a:stretch>
                  <a:fillRect t="-7895" r="-15789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2BD1643-19F3-615C-C595-D318F15B886C}"/>
                  </a:ext>
                </a:extLst>
              </p:cNvPr>
              <p:cNvSpPr txBox="1"/>
              <p:nvPr/>
            </p:nvSpPr>
            <p:spPr>
              <a:xfrm>
                <a:off x="13790388" y="2516849"/>
                <a:ext cx="709507" cy="481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</m:oMath>
                  </m:oMathPara>
                </a14:m>
                <a:endParaRPr lang="ar-AE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2BD1643-19F3-615C-C595-D318F15B8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388" y="2516849"/>
                <a:ext cx="709507" cy="481927"/>
              </a:xfrm>
              <a:prstGeom prst="rect">
                <a:avLst/>
              </a:prstGeom>
              <a:blipFill>
                <a:blip r:embed="rId14"/>
                <a:stretch>
                  <a:fillRect t="-5128" r="-17544" b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0A19DA29-7408-E81D-355F-5B93E34E5741}"/>
                  </a:ext>
                </a:extLst>
              </p:cNvPr>
              <p:cNvSpPr txBox="1"/>
              <p:nvPr/>
            </p:nvSpPr>
            <p:spPr>
              <a:xfrm>
                <a:off x="13098010" y="2076408"/>
                <a:ext cx="863184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en-GB" sz="2400" b="1" dirty="0">
                    <a:solidFill>
                      <a:srgbClr val="C00000"/>
                    </a:solidFill>
                  </a:rPr>
                  <a:t>=</a:t>
                </a:r>
                <a:endParaRPr lang="ar-AE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0A19DA29-7408-E81D-355F-5B93E34E5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8010" y="2076408"/>
                <a:ext cx="863184" cy="468205"/>
              </a:xfrm>
              <a:prstGeom prst="rect">
                <a:avLst/>
              </a:prstGeom>
              <a:blipFill>
                <a:blip r:embed="rId15"/>
                <a:stretch>
                  <a:fillRect t="-10526" r="-724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TextBox 216">
            <a:extLst>
              <a:ext uri="{FF2B5EF4-FFF2-40B4-BE49-F238E27FC236}">
                <a16:creationId xmlns:a16="http://schemas.microsoft.com/office/drawing/2014/main" id="{538E7513-9327-DBC6-5C29-5403D49E4DC6}"/>
              </a:ext>
            </a:extLst>
          </p:cNvPr>
          <p:cNvSpPr txBox="1"/>
          <p:nvPr/>
        </p:nvSpPr>
        <p:spPr>
          <a:xfrm>
            <a:off x="15085491" y="1768205"/>
            <a:ext cx="1641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Alignment in weight space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7BF75F9-123F-5C8D-ACB4-2B3ED4B504CD}"/>
              </a:ext>
            </a:extLst>
          </p:cNvPr>
          <p:cNvSpPr txBox="1"/>
          <p:nvPr/>
        </p:nvSpPr>
        <p:spPr>
          <a:xfrm>
            <a:off x="19069917" y="1529904"/>
            <a:ext cx="19435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Sensitive to weight-space symmetries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B752971-17C1-959A-4121-45F550E64D64}"/>
              </a:ext>
            </a:extLst>
          </p:cNvPr>
          <p:cNvSpPr txBox="1"/>
          <p:nvPr/>
        </p:nvSpPr>
        <p:spPr>
          <a:xfrm>
            <a:off x="5347834" y="3732293"/>
            <a:ext cx="16656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Outputs of two models over many inputs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16A8D7A1-6466-8B32-40BF-6BF743E489D0}"/>
                  </a:ext>
                </a:extLst>
              </p:cNvPr>
              <p:cNvSpPr txBox="1"/>
              <p:nvPr/>
            </p:nvSpPr>
            <p:spPr>
              <a:xfrm>
                <a:off x="8832018" y="4425321"/>
                <a:ext cx="7095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ar-AE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16A8D7A1-6466-8B32-40BF-6BF743E48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2018" y="4425321"/>
                <a:ext cx="709507" cy="461665"/>
              </a:xfrm>
              <a:prstGeom prst="rect">
                <a:avLst/>
              </a:prstGeom>
              <a:blipFill>
                <a:blip r:embed="rId16"/>
                <a:stretch>
                  <a:fillRect t="-10811" r="-10526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1" name="Double Bracket 230">
            <a:extLst>
              <a:ext uri="{FF2B5EF4-FFF2-40B4-BE49-F238E27FC236}">
                <a16:creationId xmlns:a16="http://schemas.microsoft.com/office/drawing/2014/main" id="{9772E247-8EA4-475F-3927-D80307184B24}"/>
              </a:ext>
            </a:extLst>
          </p:cNvPr>
          <p:cNvSpPr/>
          <p:nvPr/>
        </p:nvSpPr>
        <p:spPr>
          <a:xfrm>
            <a:off x="12261794" y="4100794"/>
            <a:ext cx="584200" cy="124274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764EF36C-60A4-956B-B354-3219CB670438}"/>
              </a:ext>
            </a:extLst>
          </p:cNvPr>
          <p:cNvSpPr/>
          <p:nvPr/>
        </p:nvSpPr>
        <p:spPr>
          <a:xfrm>
            <a:off x="12528750" y="4535032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4A30DF90-B61A-22D6-5098-935E2E0D80BD}"/>
              </a:ext>
            </a:extLst>
          </p:cNvPr>
          <p:cNvSpPr/>
          <p:nvPr/>
        </p:nvSpPr>
        <p:spPr>
          <a:xfrm>
            <a:off x="12528750" y="4687432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472EDA45-1206-E67F-090B-87E23886376A}"/>
              </a:ext>
            </a:extLst>
          </p:cNvPr>
          <p:cNvSpPr/>
          <p:nvPr/>
        </p:nvSpPr>
        <p:spPr>
          <a:xfrm>
            <a:off x="12528750" y="4839832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6525A197-6AD7-4E1E-4862-0E0FD2E0D14E}"/>
                  </a:ext>
                </a:extLst>
              </p:cNvPr>
              <p:cNvSpPr txBox="1"/>
              <p:nvPr/>
            </p:nvSpPr>
            <p:spPr>
              <a:xfrm>
                <a:off x="12229414" y="4040993"/>
                <a:ext cx="709507" cy="484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ar-AE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bSup>
                    </m:oMath>
                  </m:oMathPara>
                </a14:m>
                <a:endParaRPr lang="ar-A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6525A197-6AD7-4E1E-4862-0E0FD2E0D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9414" y="4040993"/>
                <a:ext cx="709507" cy="484492"/>
              </a:xfrm>
              <a:prstGeom prst="rect">
                <a:avLst/>
              </a:prstGeom>
              <a:blipFill>
                <a:blip r:embed="rId20"/>
                <a:stretch>
                  <a:fillRect t="-5128" r="-10345" b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0" name="TextBox 709">
                <a:extLst>
                  <a:ext uri="{FF2B5EF4-FFF2-40B4-BE49-F238E27FC236}">
                    <a16:creationId xmlns:a16="http://schemas.microsoft.com/office/drawing/2014/main" id="{4E9010C6-6C09-F4DE-E5AF-77A528BE6532}"/>
                  </a:ext>
                </a:extLst>
              </p:cNvPr>
              <p:cNvSpPr txBox="1"/>
              <p:nvPr/>
            </p:nvSpPr>
            <p:spPr>
              <a:xfrm>
                <a:off x="12260198" y="4962627"/>
                <a:ext cx="709507" cy="482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ar-AE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bSup>
                    </m:oMath>
                  </m:oMathPara>
                </a14:m>
                <a:endParaRPr lang="ar-A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0" name="TextBox 709">
                <a:extLst>
                  <a:ext uri="{FF2B5EF4-FFF2-40B4-BE49-F238E27FC236}">
                    <a16:creationId xmlns:a16="http://schemas.microsoft.com/office/drawing/2014/main" id="{4E9010C6-6C09-F4DE-E5AF-77A528BE6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0198" y="4962627"/>
                <a:ext cx="709507" cy="482696"/>
              </a:xfrm>
              <a:prstGeom prst="rect">
                <a:avLst/>
              </a:prstGeom>
              <a:blipFill>
                <a:blip r:embed="rId21"/>
                <a:stretch>
                  <a:fillRect t="-5128" r="-12281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1" name="TextBox 710">
                <a:extLst>
                  <a:ext uri="{FF2B5EF4-FFF2-40B4-BE49-F238E27FC236}">
                    <a16:creationId xmlns:a16="http://schemas.microsoft.com/office/drawing/2014/main" id="{E94021C3-4F80-7611-F087-0A4BB42FE291}"/>
                  </a:ext>
                </a:extLst>
              </p:cNvPr>
              <p:cNvSpPr txBox="1"/>
              <p:nvPr/>
            </p:nvSpPr>
            <p:spPr>
              <a:xfrm>
                <a:off x="11634951" y="4522186"/>
                <a:ext cx="863184" cy="468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p>
                        <m:r>
                          <a:rPr lang="en-GB" sz="2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p>
                    </m:sSup>
                  </m:oMath>
                </a14:m>
                <a:r>
                  <a:rPr lang="en-GB" sz="2400" b="1" dirty="0">
                    <a:solidFill>
                      <a:srgbClr val="0070C0"/>
                    </a:solidFill>
                  </a:rPr>
                  <a:t>=</a:t>
                </a:r>
                <a:endParaRPr lang="ar-A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1" name="TextBox 710">
                <a:extLst>
                  <a:ext uri="{FF2B5EF4-FFF2-40B4-BE49-F238E27FC236}">
                    <a16:creationId xmlns:a16="http://schemas.microsoft.com/office/drawing/2014/main" id="{E94021C3-4F80-7611-F087-0A4BB42FE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4951" y="4522186"/>
                <a:ext cx="863184" cy="468975"/>
              </a:xfrm>
              <a:prstGeom prst="rect">
                <a:avLst/>
              </a:prstGeom>
              <a:blipFill>
                <a:blip r:embed="rId22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6" name="Double Bracket 735">
            <a:extLst>
              <a:ext uri="{FF2B5EF4-FFF2-40B4-BE49-F238E27FC236}">
                <a16:creationId xmlns:a16="http://schemas.microsoft.com/office/drawing/2014/main" id="{04D7AAB2-EF9F-E4DA-67A5-3BA4916CC5CD}"/>
              </a:ext>
            </a:extLst>
          </p:cNvPr>
          <p:cNvSpPr/>
          <p:nvPr/>
        </p:nvSpPr>
        <p:spPr>
          <a:xfrm>
            <a:off x="13746271" y="4085541"/>
            <a:ext cx="584200" cy="124274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737" name="Oval 736">
            <a:extLst>
              <a:ext uri="{FF2B5EF4-FFF2-40B4-BE49-F238E27FC236}">
                <a16:creationId xmlns:a16="http://schemas.microsoft.com/office/drawing/2014/main" id="{03ACCCFF-ED02-793F-557A-C53C6FE49FDD}"/>
              </a:ext>
            </a:extLst>
          </p:cNvPr>
          <p:cNvSpPr/>
          <p:nvPr/>
        </p:nvSpPr>
        <p:spPr>
          <a:xfrm>
            <a:off x="14013227" y="4519779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738" name="Oval 737">
            <a:extLst>
              <a:ext uri="{FF2B5EF4-FFF2-40B4-BE49-F238E27FC236}">
                <a16:creationId xmlns:a16="http://schemas.microsoft.com/office/drawing/2014/main" id="{B68CB6E9-FF8A-95D6-48CA-CCA3EFFFC527}"/>
              </a:ext>
            </a:extLst>
          </p:cNvPr>
          <p:cNvSpPr/>
          <p:nvPr/>
        </p:nvSpPr>
        <p:spPr>
          <a:xfrm>
            <a:off x="14013227" y="4672179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740" name="Oval 739">
            <a:extLst>
              <a:ext uri="{FF2B5EF4-FFF2-40B4-BE49-F238E27FC236}">
                <a16:creationId xmlns:a16="http://schemas.microsoft.com/office/drawing/2014/main" id="{29DC2B76-A4F3-8C06-7A4D-C650FE23DACA}"/>
              </a:ext>
            </a:extLst>
          </p:cNvPr>
          <p:cNvSpPr/>
          <p:nvPr/>
        </p:nvSpPr>
        <p:spPr>
          <a:xfrm>
            <a:off x="14013227" y="4824579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6" name="TextBox 745">
                <a:extLst>
                  <a:ext uri="{FF2B5EF4-FFF2-40B4-BE49-F238E27FC236}">
                    <a16:creationId xmlns:a16="http://schemas.microsoft.com/office/drawing/2014/main" id="{441C497D-70C3-6519-E431-EACAE7DEAF12}"/>
                  </a:ext>
                </a:extLst>
              </p:cNvPr>
              <p:cNvSpPr txBox="1"/>
              <p:nvPr/>
            </p:nvSpPr>
            <p:spPr>
              <a:xfrm>
                <a:off x="13713891" y="4025740"/>
                <a:ext cx="709507" cy="484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GB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ar-AE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bSup>
                    </m:oMath>
                  </m:oMathPara>
                </a14:m>
                <a:endParaRPr lang="ar-AE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46" name="TextBox 745">
                <a:extLst>
                  <a:ext uri="{FF2B5EF4-FFF2-40B4-BE49-F238E27FC236}">
                    <a16:creationId xmlns:a16="http://schemas.microsoft.com/office/drawing/2014/main" id="{441C497D-70C3-6519-E431-EACAE7DEA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3891" y="4025740"/>
                <a:ext cx="709507" cy="484492"/>
              </a:xfrm>
              <a:prstGeom prst="rect">
                <a:avLst/>
              </a:prstGeom>
              <a:blipFill>
                <a:blip r:embed="rId23"/>
                <a:stretch>
                  <a:fillRect t="-5000" r="-12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7" name="TextBox 746">
                <a:extLst>
                  <a:ext uri="{FF2B5EF4-FFF2-40B4-BE49-F238E27FC236}">
                    <a16:creationId xmlns:a16="http://schemas.microsoft.com/office/drawing/2014/main" id="{BB543BE0-17FD-B27B-F580-2B34F83A0082}"/>
                  </a:ext>
                </a:extLst>
              </p:cNvPr>
              <p:cNvSpPr txBox="1"/>
              <p:nvPr/>
            </p:nvSpPr>
            <p:spPr>
              <a:xfrm>
                <a:off x="13744675" y="4947374"/>
                <a:ext cx="709507" cy="482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b>
                          <m:r>
                            <a:rPr lang="en-GB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ar-AE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bSup>
                    </m:oMath>
                  </m:oMathPara>
                </a14:m>
                <a:endParaRPr lang="ar-AE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47" name="TextBox 746">
                <a:extLst>
                  <a:ext uri="{FF2B5EF4-FFF2-40B4-BE49-F238E27FC236}">
                    <a16:creationId xmlns:a16="http://schemas.microsoft.com/office/drawing/2014/main" id="{BB543BE0-17FD-B27B-F580-2B34F83A0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4675" y="4947374"/>
                <a:ext cx="709507" cy="482696"/>
              </a:xfrm>
              <a:prstGeom prst="rect">
                <a:avLst/>
              </a:prstGeom>
              <a:blipFill>
                <a:blip r:embed="rId24"/>
                <a:stretch>
                  <a:fillRect t="-5128" r="-12281" b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8" name="TextBox 747">
                <a:extLst>
                  <a:ext uri="{FF2B5EF4-FFF2-40B4-BE49-F238E27FC236}">
                    <a16:creationId xmlns:a16="http://schemas.microsoft.com/office/drawing/2014/main" id="{BA931CF3-F888-43E3-0F10-AAB30518573E}"/>
                  </a:ext>
                </a:extLst>
              </p:cNvPr>
              <p:cNvSpPr txBox="1"/>
              <p:nvPr/>
            </p:nvSpPr>
            <p:spPr>
              <a:xfrm>
                <a:off x="13137357" y="4506933"/>
                <a:ext cx="863184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  <a:r>
                  <a:rPr lang="en-GB" sz="2400" b="1" dirty="0">
                    <a:solidFill>
                      <a:srgbClr val="C00000"/>
                    </a:solidFill>
                  </a:rPr>
                  <a:t>=</a:t>
                </a:r>
                <a:endParaRPr lang="ar-AE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48" name="TextBox 747">
                <a:extLst>
                  <a:ext uri="{FF2B5EF4-FFF2-40B4-BE49-F238E27FC236}">
                    <a16:creationId xmlns:a16="http://schemas.microsoft.com/office/drawing/2014/main" id="{BA931CF3-F888-43E3-0F10-AAB305185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7357" y="4506933"/>
                <a:ext cx="863184" cy="468205"/>
              </a:xfrm>
              <a:prstGeom prst="rect">
                <a:avLst/>
              </a:prstGeom>
              <a:blipFill>
                <a:blip r:embed="rId25"/>
                <a:stretch>
                  <a:fillRect t="-10526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0" name="TextBox 759">
            <a:extLst>
              <a:ext uri="{FF2B5EF4-FFF2-40B4-BE49-F238E27FC236}">
                <a16:creationId xmlns:a16="http://schemas.microsoft.com/office/drawing/2014/main" id="{1E4B5998-D707-6C76-0ADE-C0BB1F3FF33E}"/>
              </a:ext>
            </a:extLst>
          </p:cNvPr>
          <p:cNvSpPr txBox="1"/>
          <p:nvPr/>
        </p:nvSpPr>
        <p:spPr>
          <a:xfrm>
            <a:off x="10026022" y="4143681"/>
            <a:ext cx="16777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Output-based vectors</a:t>
            </a:r>
          </a:p>
        </p:txBody>
      </p:sp>
      <p:sp>
        <p:nvSpPr>
          <p:cNvPr id="765" name="TextBox 764">
            <a:extLst>
              <a:ext uri="{FF2B5EF4-FFF2-40B4-BE49-F238E27FC236}">
                <a16:creationId xmlns:a16="http://schemas.microsoft.com/office/drawing/2014/main" id="{0AC80F4B-4626-BFC5-3796-F1E92B0AD408}"/>
              </a:ext>
            </a:extLst>
          </p:cNvPr>
          <p:cNvSpPr txBox="1"/>
          <p:nvPr/>
        </p:nvSpPr>
        <p:spPr>
          <a:xfrm>
            <a:off x="15075464" y="4119104"/>
            <a:ext cx="1661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Alignment in output space</a:t>
            </a:r>
          </a:p>
        </p:txBody>
      </p:sp>
      <p:cxnSp>
        <p:nvCxnSpPr>
          <p:cNvPr id="766" name="Straight Arrow Connector 765">
            <a:extLst>
              <a:ext uri="{FF2B5EF4-FFF2-40B4-BE49-F238E27FC236}">
                <a16:creationId xmlns:a16="http://schemas.microsoft.com/office/drawing/2014/main" id="{5FBD50FA-24D0-E437-DA6C-B845A0E494BA}"/>
              </a:ext>
            </a:extLst>
          </p:cNvPr>
          <p:cNvCxnSpPr>
            <a:cxnSpLocks/>
          </p:cNvCxnSpPr>
          <p:nvPr/>
        </p:nvCxnSpPr>
        <p:spPr>
          <a:xfrm flipV="1">
            <a:off x="17219506" y="3704954"/>
            <a:ext cx="0" cy="128179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Arrow Connector 766">
            <a:extLst>
              <a:ext uri="{FF2B5EF4-FFF2-40B4-BE49-F238E27FC236}">
                <a16:creationId xmlns:a16="http://schemas.microsoft.com/office/drawing/2014/main" id="{85B4219E-211A-4297-B481-F6230D64E69C}"/>
              </a:ext>
            </a:extLst>
          </p:cNvPr>
          <p:cNvCxnSpPr>
            <a:cxnSpLocks/>
          </p:cNvCxnSpPr>
          <p:nvPr/>
        </p:nvCxnSpPr>
        <p:spPr>
          <a:xfrm>
            <a:off x="17219506" y="4986746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4114600C-81AB-AACB-24CD-880688C24184}"/>
              </a:ext>
            </a:extLst>
          </p:cNvPr>
          <p:cNvCxnSpPr>
            <a:cxnSpLocks/>
          </p:cNvCxnSpPr>
          <p:nvPr/>
        </p:nvCxnSpPr>
        <p:spPr>
          <a:xfrm flipH="1">
            <a:off x="16812169" y="4991450"/>
            <a:ext cx="402390" cy="60308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40F7D6DE-F327-57C9-AB68-C0BB5429DB08}"/>
              </a:ext>
            </a:extLst>
          </p:cNvPr>
          <p:cNvCxnSpPr/>
          <p:nvPr/>
        </p:nvCxnSpPr>
        <p:spPr>
          <a:xfrm flipV="1">
            <a:off x="17214559" y="4107642"/>
            <a:ext cx="987634" cy="879105"/>
          </a:xfrm>
          <a:prstGeom prst="straightConnector1">
            <a:avLst/>
          </a:prstGeom>
          <a:ln>
            <a:solidFill>
              <a:srgbClr val="0070C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8CD86B0C-2FDA-B309-1066-8986C867D4F1}"/>
              </a:ext>
            </a:extLst>
          </p:cNvPr>
          <p:cNvCxnSpPr>
            <a:cxnSpLocks/>
          </p:cNvCxnSpPr>
          <p:nvPr/>
        </p:nvCxnSpPr>
        <p:spPr>
          <a:xfrm>
            <a:off x="17214560" y="4991451"/>
            <a:ext cx="866239" cy="397983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Arc 264">
            <a:extLst>
              <a:ext uri="{FF2B5EF4-FFF2-40B4-BE49-F238E27FC236}">
                <a16:creationId xmlns:a16="http://schemas.microsoft.com/office/drawing/2014/main" id="{829EAA1F-649B-5DFC-7D6D-E24D83DD0BBC}"/>
              </a:ext>
            </a:extLst>
          </p:cNvPr>
          <p:cNvSpPr/>
          <p:nvPr/>
        </p:nvSpPr>
        <p:spPr>
          <a:xfrm rot="3205068">
            <a:off x="16957773" y="4489940"/>
            <a:ext cx="722297" cy="722297"/>
          </a:xfrm>
          <a:prstGeom prst="arc">
            <a:avLst/>
          </a:prstGeom>
          <a:ln>
            <a:solidFill>
              <a:schemeClr val="tx1"/>
            </a:solidFill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88CA305-BA29-2F52-F5B5-11740E0A1B36}"/>
                  </a:ext>
                </a:extLst>
              </p:cNvPr>
              <p:cNvSpPr txBox="1"/>
              <p:nvPr/>
            </p:nvSpPr>
            <p:spPr>
              <a:xfrm>
                <a:off x="17735880" y="5224190"/>
                <a:ext cx="1166855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p>
                          <m:r>
                            <a:rPr lang="en-GB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p>
                      </m:sSup>
                      <m:r>
                        <a:rPr lang="en-GB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188CA305-BA29-2F52-F5B5-11740E0A1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5880" y="5224190"/>
                <a:ext cx="1166855" cy="468205"/>
              </a:xfrm>
              <a:prstGeom prst="rect">
                <a:avLst/>
              </a:prstGeom>
              <a:blipFill>
                <a:blip r:embed="rId26"/>
                <a:stretch>
                  <a:fillRect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F591CCE2-8D23-B168-EF80-0B96D9D61B69}"/>
                  </a:ext>
                </a:extLst>
              </p:cNvPr>
              <p:cNvSpPr txBox="1"/>
              <p:nvPr/>
            </p:nvSpPr>
            <p:spPr>
              <a:xfrm>
                <a:off x="17846272" y="3841898"/>
                <a:ext cx="1166855" cy="468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e>
                        <m:sup>
                          <m: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p>
                      <m:r>
                        <a:rPr lang="en-GB" sz="24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F591CCE2-8D23-B168-EF80-0B96D9D61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6272" y="3841898"/>
                <a:ext cx="1166855" cy="468975"/>
              </a:xfrm>
              <a:prstGeom prst="rect">
                <a:avLst/>
              </a:prstGeom>
              <a:blipFill>
                <a:blip r:embed="rId27"/>
                <a:stretch>
                  <a:fillRect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9" name="TextBox 278">
            <a:extLst>
              <a:ext uri="{FF2B5EF4-FFF2-40B4-BE49-F238E27FC236}">
                <a16:creationId xmlns:a16="http://schemas.microsoft.com/office/drawing/2014/main" id="{311D1D80-E3EE-54F8-8305-0228CCBCA5A3}"/>
              </a:ext>
            </a:extLst>
          </p:cNvPr>
          <p:cNvSpPr txBox="1"/>
          <p:nvPr/>
        </p:nvSpPr>
        <p:spPr>
          <a:xfrm>
            <a:off x="19021038" y="3933362"/>
            <a:ext cx="20413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Blind to </a:t>
            </a:r>
          </a:p>
          <a:p>
            <a:pPr algn="ctr"/>
            <a:r>
              <a:rPr lang="en-US" sz="2400" b="1" dirty="0"/>
              <a:t>out-of-distribution effects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D9271B28-8D80-EC86-8128-E2EF16E44985}"/>
              </a:ext>
            </a:extLst>
          </p:cNvPr>
          <p:cNvSpPr txBox="1"/>
          <p:nvPr/>
        </p:nvSpPr>
        <p:spPr>
          <a:xfrm>
            <a:off x="5152951" y="6284518"/>
            <a:ext cx="2055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Weights of two models with bilinear architecture</a:t>
            </a:r>
          </a:p>
        </p:txBody>
      </p: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F13AF385-9D02-5206-9CEF-344CEAEEC0E8}"/>
              </a:ext>
            </a:extLst>
          </p:cNvPr>
          <p:cNvGrpSpPr/>
          <p:nvPr/>
        </p:nvGrpSpPr>
        <p:grpSpPr>
          <a:xfrm>
            <a:off x="7465685" y="6166885"/>
            <a:ext cx="1555403" cy="1792266"/>
            <a:chOff x="1707848" y="2335933"/>
            <a:chExt cx="1555403" cy="1792266"/>
          </a:xfrm>
        </p:grpSpPr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1AAF3869-F1C1-0A94-40CC-E952DF83CB02}"/>
                </a:ext>
              </a:extLst>
            </p:cNvPr>
            <p:cNvGrpSpPr/>
            <p:nvPr/>
          </p:nvGrpSpPr>
          <p:grpSpPr>
            <a:xfrm>
              <a:off x="1707848" y="2335933"/>
              <a:ext cx="1555403" cy="1792266"/>
              <a:chOff x="1707848" y="2335933"/>
              <a:chExt cx="1555403" cy="1792266"/>
            </a:xfrm>
          </p:grpSpPr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E73D2BBF-BEC6-0539-9AA0-2FF7197D4382}"/>
                  </a:ext>
                </a:extLst>
              </p:cNvPr>
              <p:cNvCxnSpPr>
                <a:cxnSpLocks/>
                <a:stCxn id="287" idx="0"/>
                <a:endCxn id="286" idx="2"/>
              </p:cNvCxnSpPr>
              <p:nvPr/>
            </p:nvCxnSpPr>
            <p:spPr>
              <a:xfrm flipH="1" flipV="1">
                <a:off x="2247848" y="3275745"/>
                <a:ext cx="472038" cy="10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9" name="Group 288">
                <a:extLst>
                  <a:ext uri="{FF2B5EF4-FFF2-40B4-BE49-F238E27FC236}">
                    <a16:creationId xmlns:a16="http://schemas.microsoft.com/office/drawing/2014/main" id="{DD906598-E61F-80A6-CB58-A35E7E8FA25D}"/>
                  </a:ext>
                </a:extLst>
              </p:cNvPr>
              <p:cNvGrpSpPr/>
              <p:nvPr/>
            </p:nvGrpSpPr>
            <p:grpSpPr>
              <a:xfrm>
                <a:off x="1707848" y="2335933"/>
                <a:ext cx="1555403" cy="1792266"/>
                <a:chOff x="7757401" y="2344016"/>
                <a:chExt cx="1555403" cy="1792266"/>
              </a:xfrm>
            </p:grpSpPr>
            <p:sp>
              <p:nvSpPr>
                <p:cNvPr id="290" name="Rectangle 289">
                  <a:extLst>
                    <a:ext uri="{FF2B5EF4-FFF2-40B4-BE49-F238E27FC236}">
                      <a16:creationId xmlns:a16="http://schemas.microsoft.com/office/drawing/2014/main" id="{DC0D8BF7-E23F-97F4-EAC8-E71200D54D39}"/>
                    </a:ext>
                  </a:extLst>
                </p:cNvPr>
                <p:cNvSpPr/>
                <p:nvPr/>
              </p:nvSpPr>
              <p:spPr>
                <a:xfrm>
                  <a:off x="7757401" y="3388051"/>
                  <a:ext cx="540000" cy="540000"/>
                </a:xfrm>
                <a:prstGeom prst="rect">
                  <a:avLst/>
                </a:prstGeom>
                <a:solidFill>
                  <a:srgbClr val="BFD2E6"/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Century" panose="02040604050505020304" pitchFamily="18" charset="0"/>
                    </a:rPr>
                    <a:t>L</a:t>
                  </a:r>
                </a:p>
              </p:txBody>
            </p:sp>
            <p:sp>
              <p:nvSpPr>
                <p:cNvPr id="291" name="Rectangle 290">
                  <a:extLst>
                    <a:ext uri="{FF2B5EF4-FFF2-40B4-BE49-F238E27FC236}">
                      <a16:creationId xmlns:a16="http://schemas.microsoft.com/office/drawing/2014/main" id="{9E5D3ABA-A9BB-8FA4-7B09-23961C44E472}"/>
                    </a:ext>
                  </a:extLst>
                </p:cNvPr>
                <p:cNvSpPr/>
                <p:nvPr/>
              </p:nvSpPr>
              <p:spPr>
                <a:xfrm>
                  <a:off x="8772804" y="3400751"/>
                  <a:ext cx="540000" cy="540000"/>
                </a:xfrm>
                <a:prstGeom prst="rect">
                  <a:avLst/>
                </a:prstGeom>
                <a:solidFill>
                  <a:srgbClr val="BFD2E6"/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Century" panose="02040604050505020304" pitchFamily="18" charset="0"/>
                    </a:rPr>
                    <a:t>R</a:t>
                  </a:r>
                </a:p>
              </p:txBody>
            </p:sp>
            <p:cxnSp>
              <p:nvCxnSpPr>
                <p:cNvPr id="296" name="Straight Connector 295">
                  <a:extLst>
                    <a:ext uri="{FF2B5EF4-FFF2-40B4-BE49-F238E27FC236}">
                      <a16:creationId xmlns:a16="http://schemas.microsoft.com/office/drawing/2014/main" id="{A2D3834B-85BA-BE81-4A33-FCF0DE927566}"/>
                    </a:ext>
                  </a:extLst>
                </p:cNvPr>
                <p:cNvCxnSpPr>
                  <a:cxnSpLocks/>
                  <a:endCxn id="290" idx="2"/>
                </p:cNvCxnSpPr>
                <p:nvPr/>
              </p:nvCxnSpPr>
              <p:spPr>
                <a:xfrm flipV="1">
                  <a:off x="8027401" y="3928051"/>
                  <a:ext cx="0" cy="17240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>
                  <a:extLst>
                    <a:ext uri="{FF2B5EF4-FFF2-40B4-BE49-F238E27FC236}">
                      <a16:creationId xmlns:a16="http://schemas.microsoft.com/office/drawing/2014/main" id="{34E8A8EB-0E2D-125E-5932-6507AFA0697E}"/>
                    </a:ext>
                  </a:extLst>
                </p:cNvPr>
                <p:cNvCxnSpPr>
                  <a:cxnSpLocks/>
                  <a:endCxn id="291" idx="2"/>
                </p:cNvCxnSpPr>
                <p:nvPr/>
              </p:nvCxnSpPr>
              <p:spPr>
                <a:xfrm flipV="1">
                  <a:off x="9042804" y="3940751"/>
                  <a:ext cx="0" cy="1955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>
                  <a:extLst>
                    <a:ext uri="{FF2B5EF4-FFF2-40B4-BE49-F238E27FC236}">
                      <a16:creationId xmlns:a16="http://schemas.microsoft.com/office/drawing/2014/main" id="{026B0FCA-8878-412C-5B9F-85138405F21E}"/>
                    </a:ext>
                  </a:extLst>
                </p:cNvPr>
                <p:cNvCxnSpPr>
                  <a:cxnSpLocks/>
                  <a:stCxn id="303" idx="0"/>
                  <a:endCxn id="299" idx="2"/>
                </p:cNvCxnSpPr>
                <p:nvPr/>
              </p:nvCxnSpPr>
              <p:spPr>
                <a:xfrm flipV="1">
                  <a:off x="8509976" y="3129774"/>
                  <a:ext cx="0" cy="8513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90083E10-62BF-C994-26FF-79C05ED33DE5}"/>
                    </a:ext>
                  </a:extLst>
                </p:cNvPr>
                <p:cNvSpPr/>
                <p:nvPr/>
              </p:nvSpPr>
              <p:spPr>
                <a:xfrm>
                  <a:off x="8239976" y="2589774"/>
                  <a:ext cx="540000" cy="540000"/>
                </a:xfrm>
                <a:prstGeom prst="rect">
                  <a:avLst/>
                </a:prstGeom>
                <a:solidFill>
                  <a:srgbClr val="BFD2E6"/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solidFill>
                        <a:schemeClr val="tx1"/>
                      </a:solidFill>
                      <a:latin typeface="Century" panose="02040604050505020304" pitchFamily="18" charset="0"/>
                    </a:rPr>
                    <a:t>U</a:t>
                  </a:r>
                </a:p>
              </p:txBody>
            </p:sp>
            <p:cxnSp>
              <p:nvCxnSpPr>
                <p:cNvPr id="301" name="Straight Connector 300">
                  <a:extLst>
                    <a:ext uri="{FF2B5EF4-FFF2-40B4-BE49-F238E27FC236}">
                      <a16:creationId xmlns:a16="http://schemas.microsoft.com/office/drawing/2014/main" id="{76D0D494-570E-A483-9D49-CD3595129000}"/>
                    </a:ext>
                  </a:extLst>
                </p:cNvPr>
                <p:cNvCxnSpPr>
                  <a:cxnSpLocks/>
                  <a:stCxn id="299" idx="0"/>
                </p:cNvCxnSpPr>
                <p:nvPr/>
              </p:nvCxnSpPr>
              <p:spPr>
                <a:xfrm flipV="1">
                  <a:off x="8509976" y="2344016"/>
                  <a:ext cx="0" cy="24575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3" name="Oval 302">
                  <a:extLst>
                    <a:ext uri="{FF2B5EF4-FFF2-40B4-BE49-F238E27FC236}">
                      <a16:creationId xmlns:a16="http://schemas.microsoft.com/office/drawing/2014/main" id="{A9AC7886-035F-C362-1DC5-8B1129A0C5A1}"/>
                    </a:ext>
                  </a:extLst>
                </p:cNvPr>
                <p:cNvSpPr/>
                <p:nvPr/>
              </p:nvSpPr>
              <p:spPr>
                <a:xfrm>
                  <a:off x="8437976" y="3214909"/>
                  <a:ext cx="144000" cy="1440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latin typeface="Century" panose="02040604050505020304" pitchFamily="18" charset="0"/>
                  </a:endParaRPr>
                </a:p>
              </p:txBody>
            </p:sp>
          </p:grpSp>
        </p:grpSp>
        <p:sp>
          <p:nvSpPr>
            <p:cNvPr id="286" name="Arc 285">
              <a:extLst>
                <a:ext uri="{FF2B5EF4-FFF2-40B4-BE49-F238E27FC236}">
                  <a16:creationId xmlns:a16="http://schemas.microsoft.com/office/drawing/2014/main" id="{74BCD656-AD42-18A3-8907-BCF07D7534C4}"/>
                </a:ext>
              </a:extLst>
            </p:cNvPr>
            <p:cNvSpPr/>
            <p:nvPr/>
          </p:nvSpPr>
          <p:spPr>
            <a:xfrm rot="16200000">
              <a:off x="1976364" y="3277229"/>
              <a:ext cx="542968" cy="540000"/>
            </a:xfrm>
            <a:prstGeom prst="arc">
              <a:avLst>
                <a:gd name="adj1" fmla="val 18357522"/>
                <a:gd name="adj2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87" name="Arc 286">
              <a:extLst>
                <a:ext uri="{FF2B5EF4-FFF2-40B4-BE49-F238E27FC236}">
                  <a16:creationId xmlns:a16="http://schemas.microsoft.com/office/drawing/2014/main" id="{E361A7EC-080A-AE16-083E-6F136FE5B5FA}"/>
                </a:ext>
              </a:extLst>
            </p:cNvPr>
            <p:cNvSpPr/>
            <p:nvPr/>
          </p:nvSpPr>
          <p:spPr>
            <a:xfrm>
              <a:off x="2448402" y="3276830"/>
              <a:ext cx="542968" cy="540000"/>
            </a:xfrm>
            <a:prstGeom prst="arc">
              <a:avLst>
                <a:gd name="adj1" fmla="val 16199996"/>
                <a:gd name="adj2" fmla="val 19623155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sp>
        <p:nvSpPr>
          <p:cNvPr id="367" name="TextBox 366">
            <a:extLst>
              <a:ext uri="{FF2B5EF4-FFF2-40B4-BE49-F238E27FC236}">
                <a16:creationId xmlns:a16="http://schemas.microsoft.com/office/drawing/2014/main" id="{014C88C7-045C-940F-E125-F50A77A5C1C7}"/>
              </a:ext>
            </a:extLst>
          </p:cNvPr>
          <p:cNvSpPr txBox="1"/>
          <p:nvPr/>
        </p:nvSpPr>
        <p:spPr>
          <a:xfrm>
            <a:off x="10000710" y="6281438"/>
            <a:ext cx="17283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Weights-based interaction tensors</a:t>
            </a:r>
          </a:p>
        </p:txBody>
      </p: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05FEAFC1-D374-A7E8-FE99-D141CCBB45A2}"/>
              </a:ext>
            </a:extLst>
          </p:cNvPr>
          <p:cNvGrpSpPr/>
          <p:nvPr/>
        </p:nvGrpSpPr>
        <p:grpSpPr>
          <a:xfrm>
            <a:off x="12270840" y="6187293"/>
            <a:ext cx="771926" cy="1834135"/>
            <a:chOff x="10933850" y="6484252"/>
            <a:chExt cx="1210829" cy="1834135"/>
          </a:xfrm>
        </p:grpSpPr>
        <p:sp>
          <p:nvSpPr>
            <p:cNvPr id="374" name="Double Bracket 373">
              <a:extLst>
                <a:ext uri="{FF2B5EF4-FFF2-40B4-BE49-F238E27FC236}">
                  <a16:creationId xmlns:a16="http://schemas.microsoft.com/office/drawing/2014/main" id="{C635C1EA-2C35-F8F0-B06E-5658C360701E}"/>
                </a:ext>
              </a:extLst>
            </p:cNvPr>
            <p:cNvSpPr/>
            <p:nvPr/>
          </p:nvSpPr>
          <p:spPr>
            <a:xfrm>
              <a:off x="10933850" y="6938766"/>
              <a:ext cx="889987" cy="1379621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76" name="Double Bracket 375">
              <a:extLst>
                <a:ext uri="{FF2B5EF4-FFF2-40B4-BE49-F238E27FC236}">
                  <a16:creationId xmlns:a16="http://schemas.microsoft.com/office/drawing/2014/main" id="{01311D67-692D-2823-F51A-6B599641B300}"/>
                </a:ext>
              </a:extLst>
            </p:cNvPr>
            <p:cNvSpPr/>
            <p:nvPr/>
          </p:nvSpPr>
          <p:spPr>
            <a:xfrm>
              <a:off x="11295984" y="6484252"/>
              <a:ext cx="848695" cy="1379621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062729C8-660A-532A-ADA6-92FA902104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69960" y="6526121"/>
              <a:ext cx="374386" cy="4568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11115EF4-47D1-3849-5ED4-F2EA1209AD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1385" y="6526121"/>
              <a:ext cx="333822" cy="4675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D4207080-B1D9-870F-EFDC-5D203F5514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72526" y="7823293"/>
              <a:ext cx="371820" cy="4592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5A688D0C-5EB3-3FF2-41B4-EA73E876D8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074" y="7833926"/>
              <a:ext cx="325867" cy="4486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3" name="Straight Arrow Connector 812">
            <a:extLst>
              <a:ext uri="{FF2B5EF4-FFF2-40B4-BE49-F238E27FC236}">
                <a16:creationId xmlns:a16="http://schemas.microsoft.com/office/drawing/2014/main" id="{D2B9325D-7762-6979-047B-2613C28B1AB2}"/>
              </a:ext>
            </a:extLst>
          </p:cNvPr>
          <p:cNvCxnSpPr>
            <a:cxnSpLocks/>
          </p:cNvCxnSpPr>
          <p:nvPr/>
        </p:nvCxnSpPr>
        <p:spPr>
          <a:xfrm flipV="1">
            <a:off x="17297642" y="6134764"/>
            <a:ext cx="0" cy="128179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Arrow Connector 813">
            <a:extLst>
              <a:ext uri="{FF2B5EF4-FFF2-40B4-BE49-F238E27FC236}">
                <a16:creationId xmlns:a16="http://schemas.microsoft.com/office/drawing/2014/main" id="{43395C29-3FDE-8CD9-E5FD-E4B500EE12CC}"/>
              </a:ext>
            </a:extLst>
          </p:cNvPr>
          <p:cNvCxnSpPr>
            <a:cxnSpLocks/>
          </p:cNvCxnSpPr>
          <p:nvPr/>
        </p:nvCxnSpPr>
        <p:spPr>
          <a:xfrm>
            <a:off x="17297642" y="7416556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B5475892-547B-6552-F828-D1DE229595EA}"/>
              </a:ext>
            </a:extLst>
          </p:cNvPr>
          <p:cNvCxnSpPr>
            <a:cxnSpLocks/>
          </p:cNvCxnSpPr>
          <p:nvPr/>
        </p:nvCxnSpPr>
        <p:spPr>
          <a:xfrm flipH="1">
            <a:off x="16890305" y="7421260"/>
            <a:ext cx="402390" cy="60308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Arrow Connector 815">
            <a:extLst>
              <a:ext uri="{FF2B5EF4-FFF2-40B4-BE49-F238E27FC236}">
                <a16:creationId xmlns:a16="http://schemas.microsoft.com/office/drawing/2014/main" id="{B50B27C2-F064-ABF5-1F27-9B6D26389B20}"/>
              </a:ext>
            </a:extLst>
          </p:cNvPr>
          <p:cNvCxnSpPr/>
          <p:nvPr/>
        </p:nvCxnSpPr>
        <p:spPr>
          <a:xfrm flipV="1">
            <a:off x="17292695" y="6537452"/>
            <a:ext cx="987634" cy="879105"/>
          </a:xfrm>
          <a:prstGeom prst="straightConnector1">
            <a:avLst/>
          </a:prstGeom>
          <a:ln>
            <a:solidFill>
              <a:srgbClr val="0070C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Straight Arrow Connector 816">
            <a:extLst>
              <a:ext uri="{FF2B5EF4-FFF2-40B4-BE49-F238E27FC236}">
                <a16:creationId xmlns:a16="http://schemas.microsoft.com/office/drawing/2014/main" id="{AF0B0458-9B50-D861-D4CB-DDF41EF64B74}"/>
              </a:ext>
            </a:extLst>
          </p:cNvPr>
          <p:cNvCxnSpPr>
            <a:cxnSpLocks/>
          </p:cNvCxnSpPr>
          <p:nvPr/>
        </p:nvCxnSpPr>
        <p:spPr>
          <a:xfrm>
            <a:off x="17292696" y="7421261"/>
            <a:ext cx="866239" cy="397983"/>
          </a:xfrm>
          <a:prstGeom prst="straightConnector1">
            <a:avLst/>
          </a:prstGeom>
          <a:ln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8" name="Arc 817">
            <a:extLst>
              <a:ext uri="{FF2B5EF4-FFF2-40B4-BE49-F238E27FC236}">
                <a16:creationId xmlns:a16="http://schemas.microsoft.com/office/drawing/2014/main" id="{3054E70B-099A-944A-5F32-8500B4D0EBF0}"/>
              </a:ext>
            </a:extLst>
          </p:cNvPr>
          <p:cNvSpPr/>
          <p:nvPr/>
        </p:nvSpPr>
        <p:spPr>
          <a:xfrm rot="3205068">
            <a:off x="17035909" y="6919750"/>
            <a:ext cx="722297" cy="722297"/>
          </a:xfrm>
          <a:prstGeom prst="arc">
            <a:avLst/>
          </a:prstGeom>
          <a:ln>
            <a:solidFill>
              <a:schemeClr val="tx1"/>
            </a:solidFill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1" name="TextBox 820">
                <a:extLst>
                  <a:ext uri="{FF2B5EF4-FFF2-40B4-BE49-F238E27FC236}">
                    <a16:creationId xmlns:a16="http://schemas.microsoft.com/office/drawing/2014/main" id="{D9588E4F-88EA-FBEF-D881-BE92EC4460D9}"/>
                  </a:ext>
                </a:extLst>
              </p:cNvPr>
              <p:cNvSpPr txBox="1"/>
              <p:nvPr/>
            </p:nvSpPr>
            <p:spPr>
              <a:xfrm>
                <a:off x="17830261" y="7692628"/>
                <a:ext cx="1166855" cy="468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GB" sz="24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p>
                      </m:sSup>
                      <m:r>
                        <a:rPr lang="en-GB" sz="24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21" name="TextBox 820">
                <a:extLst>
                  <a:ext uri="{FF2B5EF4-FFF2-40B4-BE49-F238E27FC236}">
                    <a16:creationId xmlns:a16="http://schemas.microsoft.com/office/drawing/2014/main" id="{D9588E4F-88EA-FBEF-D881-BE92EC446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0261" y="7692628"/>
                <a:ext cx="1166855" cy="468975"/>
              </a:xfrm>
              <a:prstGeom prst="rect">
                <a:avLst/>
              </a:prstGeom>
              <a:blipFill>
                <a:blip r:embed="rId28"/>
                <a:stretch>
                  <a:fillRect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4" name="TextBox 823">
                <a:extLst>
                  <a:ext uri="{FF2B5EF4-FFF2-40B4-BE49-F238E27FC236}">
                    <a16:creationId xmlns:a16="http://schemas.microsoft.com/office/drawing/2014/main" id="{6DFE578C-93D3-7677-27E9-863028C673E3}"/>
                  </a:ext>
                </a:extLst>
              </p:cNvPr>
              <p:cNvSpPr txBox="1"/>
              <p:nvPr/>
            </p:nvSpPr>
            <p:spPr>
              <a:xfrm>
                <a:off x="17970188" y="6247917"/>
                <a:ext cx="1166855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GB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p>
                      </m:sSup>
                      <m:r>
                        <a:rPr lang="en-GB" sz="2400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24" name="TextBox 823">
                <a:extLst>
                  <a:ext uri="{FF2B5EF4-FFF2-40B4-BE49-F238E27FC236}">
                    <a16:creationId xmlns:a16="http://schemas.microsoft.com/office/drawing/2014/main" id="{6DFE578C-93D3-7677-27E9-863028C67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0188" y="6247917"/>
                <a:ext cx="1166855" cy="468205"/>
              </a:xfrm>
              <a:prstGeom prst="rect">
                <a:avLst/>
              </a:prstGeom>
              <a:blipFill>
                <a:blip r:embed="rId29"/>
                <a:stretch>
                  <a:fillRect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" name="TextBox 398">
            <a:extLst>
              <a:ext uri="{FF2B5EF4-FFF2-40B4-BE49-F238E27FC236}">
                <a16:creationId xmlns:a16="http://schemas.microsoft.com/office/drawing/2014/main" id="{8C25FA4E-C5D1-E27E-9C59-22EF94CC27B1}"/>
              </a:ext>
            </a:extLst>
          </p:cNvPr>
          <p:cNvSpPr txBox="1"/>
          <p:nvPr/>
        </p:nvSpPr>
        <p:spPr>
          <a:xfrm>
            <a:off x="18896964" y="6135710"/>
            <a:ext cx="22894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Closed-form, data-free invariant to weight-space symmetries</a:t>
            </a:r>
          </a:p>
        </p:txBody>
      </p: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435B13D9-8AD0-6DA0-2C5D-772E04930285}"/>
              </a:ext>
            </a:extLst>
          </p:cNvPr>
          <p:cNvCxnSpPr/>
          <p:nvPr/>
        </p:nvCxnSpPr>
        <p:spPr>
          <a:xfrm>
            <a:off x="5153795" y="1180869"/>
            <a:ext cx="0" cy="2348185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0EC3ED77-F7C4-C56F-18C7-667D6F3E2BCD}"/>
              </a:ext>
            </a:extLst>
          </p:cNvPr>
          <p:cNvCxnSpPr/>
          <p:nvPr/>
        </p:nvCxnSpPr>
        <p:spPr>
          <a:xfrm>
            <a:off x="18782025" y="1188039"/>
            <a:ext cx="0" cy="2348185"/>
          </a:xfrm>
          <a:prstGeom prst="line">
            <a:avLst/>
          </a:prstGeom>
          <a:ln w="34925">
            <a:solidFill>
              <a:srgbClr val="C00000"/>
            </a:solidFill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79F05E58-8150-CAFC-516E-8F22D39DD829}"/>
              </a:ext>
            </a:extLst>
          </p:cNvPr>
          <p:cNvCxnSpPr/>
          <p:nvPr/>
        </p:nvCxnSpPr>
        <p:spPr>
          <a:xfrm>
            <a:off x="5136074" y="3521884"/>
            <a:ext cx="0" cy="2348185"/>
          </a:xfrm>
          <a:prstGeom prst="line">
            <a:avLst/>
          </a:prstGeom>
          <a:ln w="3492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D04BD923-C076-A900-7FD3-2741BEF73FC0}"/>
              </a:ext>
            </a:extLst>
          </p:cNvPr>
          <p:cNvCxnSpPr/>
          <p:nvPr/>
        </p:nvCxnSpPr>
        <p:spPr>
          <a:xfrm>
            <a:off x="18785569" y="3529054"/>
            <a:ext cx="0" cy="2348185"/>
          </a:xfrm>
          <a:prstGeom prst="line">
            <a:avLst/>
          </a:prstGeom>
          <a:ln w="34925">
            <a:solidFill>
              <a:srgbClr val="FFC000"/>
            </a:solidFill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D1D3D08D-5A6E-486F-6292-5E3CC127901C}"/>
              </a:ext>
            </a:extLst>
          </p:cNvPr>
          <p:cNvCxnSpPr>
            <a:cxnSpLocks/>
          </p:cNvCxnSpPr>
          <p:nvPr/>
        </p:nvCxnSpPr>
        <p:spPr>
          <a:xfrm>
            <a:off x="5136074" y="5931114"/>
            <a:ext cx="0" cy="2298485"/>
          </a:xfrm>
          <a:prstGeom prst="line">
            <a:avLst/>
          </a:prstGeom>
          <a:ln w="34925">
            <a:solidFill>
              <a:srgbClr val="0C0C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D0304B46-5733-D2F2-7FCF-9399D84DCC84}"/>
              </a:ext>
            </a:extLst>
          </p:cNvPr>
          <p:cNvCxnSpPr>
            <a:cxnSpLocks/>
          </p:cNvCxnSpPr>
          <p:nvPr/>
        </p:nvCxnSpPr>
        <p:spPr>
          <a:xfrm>
            <a:off x="18785569" y="5939796"/>
            <a:ext cx="0" cy="2296973"/>
          </a:xfrm>
          <a:prstGeom prst="line">
            <a:avLst/>
          </a:prstGeom>
          <a:ln w="34925">
            <a:solidFill>
              <a:srgbClr val="0C0C85"/>
            </a:solidFill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1" name="Right Arrow 440">
            <a:extLst>
              <a:ext uri="{FF2B5EF4-FFF2-40B4-BE49-F238E27FC236}">
                <a16:creationId xmlns:a16="http://schemas.microsoft.com/office/drawing/2014/main" id="{D5B23A79-F664-0327-994B-6DCC7396F185}"/>
              </a:ext>
            </a:extLst>
          </p:cNvPr>
          <p:cNvSpPr/>
          <p:nvPr/>
        </p:nvSpPr>
        <p:spPr>
          <a:xfrm>
            <a:off x="9482385" y="4536592"/>
            <a:ext cx="488568" cy="381056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43" name="Right Arrow 442">
            <a:extLst>
              <a:ext uri="{FF2B5EF4-FFF2-40B4-BE49-F238E27FC236}">
                <a16:creationId xmlns:a16="http://schemas.microsoft.com/office/drawing/2014/main" id="{47871CC0-2ACA-45E2-E794-9E9D646E9367}"/>
              </a:ext>
            </a:extLst>
          </p:cNvPr>
          <p:cNvSpPr/>
          <p:nvPr/>
        </p:nvSpPr>
        <p:spPr>
          <a:xfrm>
            <a:off x="9482385" y="6872148"/>
            <a:ext cx="488568" cy="381056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45" name="Right Arrow 444">
            <a:extLst>
              <a:ext uri="{FF2B5EF4-FFF2-40B4-BE49-F238E27FC236}">
                <a16:creationId xmlns:a16="http://schemas.microsoft.com/office/drawing/2014/main" id="{139D6B57-53E8-B042-E973-CF318A1D84BC}"/>
              </a:ext>
            </a:extLst>
          </p:cNvPr>
          <p:cNvSpPr/>
          <p:nvPr/>
        </p:nvSpPr>
        <p:spPr>
          <a:xfrm>
            <a:off x="14562203" y="2194191"/>
            <a:ext cx="488568" cy="381056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46" name="Right Arrow 445">
            <a:extLst>
              <a:ext uri="{FF2B5EF4-FFF2-40B4-BE49-F238E27FC236}">
                <a16:creationId xmlns:a16="http://schemas.microsoft.com/office/drawing/2014/main" id="{3F28DEF9-D024-8359-9077-245021DE9AD7}"/>
              </a:ext>
            </a:extLst>
          </p:cNvPr>
          <p:cNvSpPr/>
          <p:nvPr/>
        </p:nvSpPr>
        <p:spPr>
          <a:xfrm>
            <a:off x="14562203" y="4536592"/>
            <a:ext cx="488568" cy="381056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47" name="Right Arrow 446">
            <a:extLst>
              <a:ext uri="{FF2B5EF4-FFF2-40B4-BE49-F238E27FC236}">
                <a16:creationId xmlns:a16="http://schemas.microsoft.com/office/drawing/2014/main" id="{47B441D2-4B9E-7594-18A5-CFFD9F20972B}"/>
              </a:ext>
            </a:extLst>
          </p:cNvPr>
          <p:cNvSpPr/>
          <p:nvPr/>
        </p:nvSpPr>
        <p:spPr>
          <a:xfrm>
            <a:off x="14562203" y="6872148"/>
            <a:ext cx="488568" cy="381056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55F452-697F-1AB3-17CC-755B117DF79E}"/>
                  </a:ext>
                </a:extLst>
              </p:cNvPr>
              <p:cNvSpPr txBox="1"/>
              <p:nvPr/>
            </p:nvSpPr>
            <p:spPr>
              <a:xfrm>
                <a:off x="866051" y="1952094"/>
                <a:ext cx="3339439" cy="7770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sim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𝓑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𝓐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GB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𝓑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𝓐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|| ||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𝓑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55F452-697F-1AB3-17CC-755B117DF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051" y="1952094"/>
                <a:ext cx="3339439" cy="777008"/>
              </a:xfrm>
              <a:prstGeom prst="rect">
                <a:avLst/>
              </a:prstGeom>
              <a:blipFill>
                <a:blip r:embed="rId30"/>
                <a:stretch>
                  <a:fillRect l="-2273" t="-82540" r="-4545" b="-63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1DF7A1-9683-537A-DB98-8D0C4EE9AAF9}"/>
                  </a:ext>
                </a:extLst>
              </p:cNvPr>
              <p:cNvSpPr txBox="1"/>
              <p:nvPr/>
            </p:nvSpPr>
            <p:spPr>
              <a:xfrm>
                <a:off x="359997" y="4345235"/>
                <a:ext cx="4742452" cy="7802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sim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𝓑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𝓐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𝓑</m:t>
                                  </m:r>
                                  <m:r>
                                    <a:rPr lang="en-GB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GB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𝓐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|| ||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𝓑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61DF7A1-9683-537A-DB98-8D0C4EE9A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7" y="4345235"/>
                <a:ext cx="4742452" cy="780278"/>
              </a:xfrm>
              <a:prstGeom prst="rect">
                <a:avLst/>
              </a:prstGeom>
              <a:blipFill>
                <a:blip r:embed="rId31"/>
                <a:stretch>
                  <a:fillRect l="-1070" t="-85484" r="-2941" b="-6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DC434B-0A0C-690A-CE5F-A1D7CCCB1B51}"/>
                  </a:ext>
                </a:extLst>
              </p:cNvPr>
              <p:cNvSpPr txBox="1"/>
              <p:nvPr/>
            </p:nvSpPr>
            <p:spPr>
              <a:xfrm>
                <a:off x="688094" y="6655487"/>
                <a:ext cx="409278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sim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𝓑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𝓐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nor/>
                                </m:rPr>
                                <a:rPr lang="en-GB" sz="2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𝓑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𝓐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GB" sz="2400" b="1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||</m:t>
                          </m:r>
                          <m:r>
                            <a:rPr lang="en-GB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𝓑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GB" sz="2400" b="1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DC434B-0A0C-690A-CE5F-A1D7CCCB1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94" y="6655487"/>
                <a:ext cx="4092787" cy="809452"/>
              </a:xfrm>
              <a:prstGeom prst="rect">
                <a:avLst/>
              </a:prstGeom>
              <a:blipFill>
                <a:blip r:embed="rId32"/>
                <a:stretch>
                  <a:fillRect l="-929" t="-82813" r="-619" b="-5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585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198C6-B4F7-36A8-23AF-6815D43F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ED943-C9A2-F9F7-39DC-DA988B915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6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A628-1453-B28F-E02A-379DED9A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A050E-7A87-849A-0BC7-B747D9A3C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49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F2E76-A83F-73C3-5F18-950A97C23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BB7D1763-F17A-4717-8BE6-40F707D17B84}"/>
              </a:ext>
            </a:extLst>
          </p:cNvPr>
          <p:cNvCxnSpPr>
            <a:cxnSpLocks/>
          </p:cNvCxnSpPr>
          <p:nvPr/>
        </p:nvCxnSpPr>
        <p:spPr>
          <a:xfrm flipV="1">
            <a:off x="10790770" y="1434578"/>
            <a:ext cx="0" cy="1281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64F7117B-42A3-333D-C89D-5FDE4771F2E7}"/>
              </a:ext>
            </a:extLst>
          </p:cNvPr>
          <p:cNvCxnSpPr>
            <a:cxnSpLocks/>
          </p:cNvCxnSpPr>
          <p:nvPr/>
        </p:nvCxnSpPr>
        <p:spPr>
          <a:xfrm>
            <a:off x="10790770" y="2716370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E071370-968F-6461-0768-1AAA778536C4}"/>
              </a:ext>
            </a:extLst>
          </p:cNvPr>
          <p:cNvCxnSpPr>
            <a:cxnSpLocks/>
          </p:cNvCxnSpPr>
          <p:nvPr/>
        </p:nvCxnSpPr>
        <p:spPr>
          <a:xfrm flipH="1">
            <a:off x="10383433" y="2721074"/>
            <a:ext cx="402390" cy="6030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A9F406A-FBAC-A0D0-6295-3F4CA59A655E}"/>
              </a:ext>
            </a:extLst>
          </p:cNvPr>
          <p:cNvCxnSpPr/>
          <p:nvPr/>
        </p:nvCxnSpPr>
        <p:spPr>
          <a:xfrm flipV="1">
            <a:off x="10785823" y="1837266"/>
            <a:ext cx="987634" cy="87910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90F48EA0-D25A-23D6-C805-26972BA4A4C3}"/>
              </a:ext>
            </a:extLst>
          </p:cNvPr>
          <p:cNvCxnSpPr>
            <a:cxnSpLocks/>
          </p:cNvCxnSpPr>
          <p:nvPr/>
        </p:nvCxnSpPr>
        <p:spPr>
          <a:xfrm>
            <a:off x="10785824" y="2721075"/>
            <a:ext cx="866239" cy="3979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Picture 112">
            <a:extLst>
              <a:ext uri="{FF2B5EF4-FFF2-40B4-BE49-F238E27FC236}">
                <a16:creationId xmlns:a16="http://schemas.microsoft.com/office/drawing/2014/main" id="{A0BAA774-B94E-EB65-B86D-4A3BD2C6FF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4" r="35586" b="-1525"/>
          <a:stretch>
            <a:fillRect/>
          </a:stretch>
        </p:blipFill>
        <p:spPr>
          <a:xfrm>
            <a:off x="1157564" y="2016405"/>
            <a:ext cx="1541187" cy="6514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1F7F32-A519-E702-2CAC-F51BD6825FAD}"/>
                  </a:ext>
                </a:extLst>
              </p:cNvPr>
              <p:cNvSpPr txBox="1"/>
              <p:nvPr/>
            </p:nvSpPr>
            <p:spPr>
              <a:xfrm>
                <a:off x="897368" y="1089548"/>
                <a:ext cx="371683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i="1" dirty="0"/>
                  <a:t>Direct Weights Similarity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1F7F32-A519-E702-2CAC-F51BD6825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68" y="1089548"/>
                <a:ext cx="3716838" cy="461665"/>
              </a:xfrm>
              <a:prstGeom prst="rect">
                <a:avLst/>
              </a:prstGeom>
              <a:blipFill>
                <a:blip r:embed="rId3"/>
                <a:stretch>
                  <a:fillRect l="-2721" t="-8108" r="-136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c 4">
            <a:extLst>
              <a:ext uri="{FF2B5EF4-FFF2-40B4-BE49-F238E27FC236}">
                <a16:creationId xmlns:a16="http://schemas.microsoft.com/office/drawing/2014/main" id="{8241BB04-E4C2-B3DF-1B7D-009BBABE357F}"/>
              </a:ext>
            </a:extLst>
          </p:cNvPr>
          <p:cNvSpPr/>
          <p:nvPr/>
        </p:nvSpPr>
        <p:spPr>
          <a:xfrm rot="3205068">
            <a:off x="10529037" y="2219564"/>
            <a:ext cx="722297" cy="722297"/>
          </a:xfrm>
          <a:prstGeom prst="arc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509ECE-10BE-543B-4031-F262C82FCF7A}"/>
              </a:ext>
            </a:extLst>
          </p:cNvPr>
          <p:cNvSpPr txBox="1"/>
          <p:nvPr/>
        </p:nvSpPr>
        <p:spPr>
          <a:xfrm>
            <a:off x="11236423" y="2401513"/>
            <a:ext cx="413319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accent6">
                    <a:lumMod val="75000"/>
                  </a:schemeClr>
                </a:solidFill>
              </a:rPr>
              <a:t>θ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525CC6-B879-7127-EB3F-F104070058A1}"/>
              </a:ext>
            </a:extLst>
          </p:cNvPr>
          <p:cNvSpPr/>
          <p:nvPr/>
        </p:nvSpPr>
        <p:spPr>
          <a:xfrm>
            <a:off x="6013742" y="1954367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3666146-9EF1-B22F-3B75-33CB8DA7D331}"/>
              </a:ext>
            </a:extLst>
          </p:cNvPr>
          <p:cNvSpPr/>
          <p:nvPr/>
        </p:nvSpPr>
        <p:spPr>
          <a:xfrm>
            <a:off x="6013742" y="2329170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D04DD15-B85E-5408-CBF0-230C36635D17}"/>
              </a:ext>
            </a:extLst>
          </p:cNvPr>
          <p:cNvSpPr/>
          <p:nvPr/>
        </p:nvSpPr>
        <p:spPr>
          <a:xfrm>
            <a:off x="6013742" y="2703973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868A7D-8B4F-E4B6-CCB5-D9134372D1B9}"/>
              </a:ext>
            </a:extLst>
          </p:cNvPr>
          <p:cNvSpPr/>
          <p:nvPr/>
        </p:nvSpPr>
        <p:spPr>
          <a:xfrm>
            <a:off x="6496665" y="215156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C71A0A-436D-0CB4-6D7A-356EA5831D9D}"/>
              </a:ext>
            </a:extLst>
          </p:cNvPr>
          <p:cNvSpPr/>
          <p:nvPr/>
        </p:nvSpPr>
        <p:spPr>
          <a:xfrm>
            <a:off x="6496665" y="252789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19DB172-D076-AE74-862D-E5393D5FE6E8}"/>
              </a:ext>
            </a:extLst>
          </p:cNvPr>
          <p:cNvSpPr/>
          <p:nvPr/>
        </p:nvSpPr>
        <p:spPr>
          <a:xfrm>
            <a:off x="6496664" y="2904230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DAA2AE3-7D3F-E08A-BD6D-34C28BAFC678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>
            <a:off x="6137818" y="2016405"/>
            <a:ext cx="358846" cy="19719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D1299A-6C4C-F8FD-C521-6A5EF9B8127A}"/>
              </a:ext>
            </a:extLst>
          </p:cNvPr>
          <p:cNvCxnSpPr>
            <a:cxnSpLocks/>
            <a:stCxn id="10" idx="6"/>
            <a:endCxn id="17" idx="2"/>
          </p:cNvCxnSpPr>
          <p:nvPr/>
        </p:nvCxnSpPr>
        <p:spPr>
          <a:xfrm>
            <a:off x="6137818" y="2016405"/>
            <a:ext cx="358846" cy="57352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2F04F5A-35E5-4AF4-373B-D2FAB233E29C}"/>
              </a:ext>
            </a:extLst>
          </p:cNvPr>
          <p:cNvCxnSpPr>
            <a:cxnSpLocks/>
            <a:stCxn id="10" idx="6"/>
            <a:endCxn id="19" idx="2"/>
          </p:cNvCxnSpPr>
          <p:nvPr/>
        </p:nvCxnSpPr>
        <p:spPr>
          <a:xfrm>
            <a:off x="6137819" y="2016406"/>
            <a:ext cx="358845" cy="94986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9AFF103-5E20-D82C-38AD-2FFA37A32095}"/>
              </a:ext>
            </a:extLst>
          </p:cNvPr>
          <p:cNvCxnSpPr>
            <a:cxnSpLocks/>
            <a:stCxn id="11" idx="6"/>
            <a:endCxn id="16" idx="2"/>
          </p:cNvCxnSpPr>
          <p:nvPr/>
        </p:nvCxnSpPr>
        <p:spPr>
          <a:xfrm flipV="1">
            <a:off x="6137818" y="2213600"/>
            <a:ext cx="358846" cy="177609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8414E7-C310-3F60-2A6B-D13A69ED93EE}"/>
              </a:ext>
            </a:extLst>
          </p:cNvPr>
          <p:cNvCxnSpPr>
            <a:cxnSpLocks/>
            <a:stCxn id="11" idx="6"/>
            <a:endCxn id="17" idx="2"/>
          </p:cNvCxnSpPr>
          <p:nvPr/>
        </p:nvCxnSpPr>
        <p:spPr>
          <a:xfrm>
            <a:off x="6137818" y="2391209"/>
            <a:ext cx="358846" cy="198725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BBE2A1A-4D5C-E52C-C27A-D94516D51F5A}"/>
              </a:ext>
            </a:extLst>
          </p:cNvPr>
          <p:cNvCxnSpPr>
            <a:cxnSpLocks/>
            <a:stCxn id="15" idx="6"/>
            <a:endCxn id="19" idx="2"/>
          </p:cNvCxnSpPr>
          <p:nvPr/>
        </p:nvCxnSpPr>
        <p:spPr>
          <a:xfrm>
            <a:off x="6137819" y="2766012"/>
            <a:ext cx="358845" cy="20025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8F04349-DB02-B20C-D258-7E377435ED95}"/>
              </a:ext>
            </a:extLst>
          </p:cNvPr>
          <p:cNvCxnSpPr>
            <a:cxnSpLocks/>
            <a:stCxn id="11" idx="6"/>
            <a:endCxn id="19" idx="2"/>
          </p:cNvCxnSpPr>
          <p:nvPr/>
        </p:nvCxnSpPr>
        <p:spPr>
          <a:xfrm>
            <a:off x="6137819" y="2391208"/>
            <a:ext cx="358845" cy="5750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67E724A-7F3B-F385-42DB-4AFD159B59ED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 flipV="1">
            <a:off x="6137818" y="2213599"/>
            <a:ext cx="358846" cy="55241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4C737F2-CF21-B3B7-CF8F-9786198ED87D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 flipV="1">
            <a:off x="6137818" y="2589933"/>
            <a:ext cx="358846" cy="17607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78BCF991-DB04-BA8C-B755-14CD9981ADFD}"/>
              </a:ext>
            </a:extLst>
          </p:cNvPr>
          <p:cNvSpPr/>
          <p:nvPr/>
        </p:nvSpPr>
        <p:spPr>
          <a:xfrm>
            <a:off x="6496665" y="1775227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EC38CD3-1C88-D5E3-9DFA-5F16EE386CE6}"/>
              </a:ext>
            </a:extLst>
          </p:cNvPr>
          <p:cNvCxnSpPr>
            <a:cxnSpLocks/>
            <a:stCxn id="10" idx="6"/>
            <a:endCxn id="38" idx="2"/>
          </p:cNvCxnSpPr>
          <p:nvPr/>
        </p:nvCxnSpPr>
        <p:spPr>
          <a:xfrm flipV="1">
            <a:off x="6137818" y="1837265"/>
            <a:ext cx="358846" cy="17914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D9B76EA-3C57-CB66-8F7E-E68B75FDEA74}"/>
              </a:ext>
            </a:extLst>
          </p:cNvPr>
          <p:cNvCxnSpPr>
            <a:cxnSpLocks/>
            <a:stCxn id="11" idx="6"/>
            <a:endCxn id="38" idx="2"/>
          </p:cNvCxnSpPr>
          <p:nvPr/>
        </p:nvCxnSpPr>
        <p:spPr>
          <a:xfrm flipV="1">
            <a:off x="6137818" y="1837266"/>
            <a:ext cx="358846" cy="55394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3E1AE88-1184-C0ED-9B56-F14DC68E2104}"/>
              </a:ext>
            </a:extLst>
          </p:cNvPr>
          <p:cNvCxnSpPr>
            <a:cxnSpLocks/>
            <a:stCxn id="15" idx="6"/>
            <a:endCxn id="38" idx="2"/>
          </p:cNvCxnSpPr>
          <p:nvPr/>
        </p:nvCxnSpPr>
        <p:spPr>
          <a:xfrm flipV="1">
            <a:off x="6137818" y="1837265"/>
            <a:ext cx="358846" cy="92874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335DF8B3-8D61-A810-D977-70BCF4ED86D1}"/>
              </a:ext>
            </a:extLst>
          </p:cNvPr>
          <p:cNvSpPr/>
          <p:nvPr/>
        </p:nvSpPr>
        <p:spPr>
          <a:xfrm>
            <a:off x="6979589" y="1954367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FC6B0FA-6A0C-2C11-B903-28AFAA5ECB87}"/>
              </a:ext>
            </a:extLst>
          </p:cNvPr>
          <p:cNvSpPr/>
          <p:nvPr/>
        </p:nvSpPr>
        <p:spPr>
          <a:xfrm>
            <a:off x="6979589" y="2329170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D02BB29-552A-4C3A-549F-FAC208BC94DC}"/>
              </a:ext>
            </a:extLst>
          </p:cNvPr>
          <p:cNvSpPr/>
          <p:nvPr/>
        </p:nvSpPr>
        <p:spPr>
          <a:xfrm>
            <a:off x="6979589" y="2703973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B85F8C3-B585-919D-5487-86AE470654A7}"/>
              </a:ext>
            </a:extLst>
          </p:cNvPr>
          <p:cNvCxnSpPr>
            <a:cxnSpLocks/>
            <a:stCxn id="38" idx="6"/>
            <a:endCxn id="47" idx="2"/>
          </p:cNvCxnSpPr>
          <p:nvPr/>
        </p:nvCxnSpPr>
        <p:spPr>
          <a:xfrm>
            <a:off x="6620742" y="1837265"/>
            <a:ext cx="358847" cy="17914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87882D6-5CD8-E205-BD94-9CD1AFB4F01A}"/>
              </a:ext>
            </a:extLst>
          </p:cNvPr>
          <p:cNvCxnSpPr>
            <a:cxnSpLocks/>
            <a:stCxn id="16" idx="6"/>
            <a:endCxn id="47" idx="2"/>
          </p:cNvCxnSpPr>
          <p:nvPr/>
        </p:nvCxnSpPr>
        <p:spPr>
          <a:xfrm flipV="1">
            <a:off x="6620742" y="2016405"/>
            <a:ext cx="358847" cy="19719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AEB05D1-C0BD-AC4D-AE30-B6121D76800D}"/>
              </a:ext>
            </a:extLst>
          </p:cNvPr>
          <p:cNvCxnSpPr>
            <a:cxnSpLocks/>
            <a:stCxn id="17" idx="6"/>
            <a:endCxn id="47" idx="2"/>
          </p:cNvCxnSpPr>
          <p:nvPr/>
        </p:nvCxnSpPr>
        <p:spPr>
          <a:xfrm flipV="1">
            <a:off x="6620742" y="2016405"/>
            <a:ext cx="358847" cy="57352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23D0CFC-FB72-92CF-5E97-2AAD70E83797}"/>
              </a:ext>
            </a:extLst>
          </p:cNvPr>
          <p:cNvCxnSpPr>
            <a:cxnSpLocks/>
            <a:stCxn id="19" idx="6"/>
            <a:endCxn id="47" idx="2"/>
          </p:cNvCxnSpPr>
          <p:nvPr/>
        </p:nvCxnSpPr>
        <p:spPr>
          <a:xfrm flipV="1">
            <a:off x="6620740" y="2016406"/>
            <a:ext cx="358848" cy="94986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3228807-F5D2-8D2A-8EEC-C49A0356DE91}"/>
              </a:ext>
            </a:extLst>
          </p:cNvPr>
          <p:cNvCxnSpPr>
            <a:cxnSpLocks/>
            <a:stCxn id="19" idx="6"/>
            <a:endCxn id="50" idx="2"/>
          </p:cNvCxnSpPr>
          <p:nvPr/>
        </p:nvCxnSpPr>
        <p:spPr>
          <a:xfrm flipV="1">
            <a:off x="6620740" y="2391208"/>
            <a:ext cx="358848" cy="5750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82E8123-5F63-DAA7-4BA6-6FE187D63F81}"/>
              </a:ext>
            </a:extLst>
          </p:cNvPr>
          <p:cNvCxnSpPr>
            <a:cxnSpLocks/>
            <a:stCxn id="17" idx="6"/>
            <a:endCxn id="51" idx="2"/>
          </p:cNvCxnSpPr>
          <p:nvPr/>
        </p:nvCxnSpPr>
        <p:spPr>
          <a:xfrm>
            <a:off x="6620742" y="2589933"/>
            <a:ext cx="358847" cy="17607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A9A95DB-13F1-EA23-E4EF-814EFE1A484D}"/>
              </a:ext>
            </a:extLst>
          </p:cNvPr>
          <p:cNvCxnSpPr>
            <a:cxnSpLocks/>
            <a:stCxn id="38" idx="6"/>
            <a:endCxn id="51" idx="2"/>
          </p:cNvCxnSpPr>
          <p:nvPr/>
        </p:nvCxnSpPr>
        <p:spPr>
          <a:xfrm>
            <a:off x="6620742" y="1837265"/>
            <a:ext cx="358847" cy="92874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0BE7F54-C67E-0EEA-EE98-219E0A113E41}"/>
              </a:ext>
            </a:extLst>
          </p:cNvPr>
          <p:cNvCxnSpPr>
            <a:cxnSpLocks/>
            <a:stCxn id="16" idx="6"/>
            <a:endCxn id="51" idx="2"/>
          </p:cNvCxnSpPr>
          <p:nvPr/>
        </p:nvCxnSpPr>
        <p:spPr>
          <a:xfrm>
            <a:off x="6620742" y="2213599"/>
            <a:ext cx="358847" cy="55241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B0F5BD1-913B-3A3F-7FD7-B34AE1FBC111}"/>
              </a:ext>
            </a:extLst>
          </p:cNvPr>
          <p:cNvCxnSpPr>
            <a:cxnSpLocks/>
            <a:stCxn id="19" idx="6"/>
            <a:endCxn id="51" idx="2"/>
          </p:cNvCxnSpPr>
          <p:nvPr/>
        </p:nvCxnSpPr>
        <p:spPr>
          <a:xfrm flipV="1">
            <a:off x="6620740" y="2766012"/>
            <a:ext cx="358848" cy="20025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7129C5C-ED9D-032E-5BDE-D5738D8C1029}"/>
              </a:ext>
            </a:extLst>
          </p:cNvPr>
          <p:cNvCxnSpPr>
            <a:cxnSpLocks/>
            <a:stCxn id="16" idx="6"/>
            <a:endCxn id="50" idx="2"/>
          </p:cNvCxnSpPr>
          <p:nvPr/>
        </p:nvCxnSpPr>
        <p:spPr>
          <a:xfrm>
            <a:off x="6620742" y="2213600"/>
            <a:ext cx="358847" cy="177609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3B267A8-B673-057F-8918-6B931A56CEE5}"/>
              </a:ext>
            </a:extLst>
          </p:cNvPr>
          <p:cNvCxnSpPr>
            <a:cxnSpLocks/>
            <a:stCxn id="17" idx="6"/>
            <a:endCxn id="50" idx="2"/>
          </p:cNvCxnSpPr>
          <p:nvPr/>
        </p:nvCxnSpPr>
        <p:spPr>
          <a:xfrm flipV="1">
            <a:off x="6620742" y="2391209"/>
            <a:ext cx="358847" cy="198725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19B8C16-BABD-5EF8-239F-5341080FE8D4}"/>
              </a:ext>
            </a:extLst>
          </p:cNvPr>
          <p:cNvCxnSpPr>
            <a:cxnSpLocks/>
            <a:stCxn id="38" idx="6"/>
            <a:endCxn id="50" idx="2"/>
          </p:cNvCxnSpPr>
          <p:nvPr/>
        </p:nvCxnSpPr>
        <p:spPr>
          <a:xfrm>
            <a:off x="6620742" y="1837266"/>
            <a:ext cx="358847" cy="55394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80E83DD9-30A2-531B-33CA-61095ABAB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989" y="1226409"/>
            <a:ext cx="330200" cy="3810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E2FADAE2-2D67-0705-3207-EC0036F2E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1527" y="1175762"/>
            <a:ext cx="304800" cy="381000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F94CDE6C-444F-293F-3DF9-C3A8441926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69" t="-1525" r="33594"/>
          <a:stretch>
            <a:fillRect/>
          </a:stretch>
        </p:blipFill>
        <p:spPr>
          <a:xfrm>
            <a:off x="4298009" y="2049337"/>
            <a:ext cx="285750" cy="559665"/>
          </a:xfrm>
          <a:prstGeom prst="rect">
            <a:avLst/>
          </a:prstGeom>
        </p:spPr>
      </p:pic>
      <p:pic>
        <p:nvPicPr>
          <p:cNvPr id="189" name="Picture 188">
            <a:extLst>
              <a:ext uri="{FF2B5EF4-FFF2-40B4-BE49-F238E27FC236}">
                <a16:creationId xmlns:a16="http://schemas.microsoft.com/office/drawing/2014/main" id="{0EC80CEA-756E-1D76-ADBD-4BB91A5140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751" b="14866"/>
          <a:stretch>
            <a:fillRect/>
          </a:stretch>
        </p:blipFill>
        <p:spPr>
          <a:xfrm>
            <a:off x="4668000" y="2094665"/>
            <a:ext cx="440368" cy="469304"/>
          </a:xfrm>
          <a:prstGeom prst="rect">
            <a:avLst/>
          </a:prstGeom>
        </p:spPr>
      </p:pic>
      <p:sp>
        <p:nvSpPr>
          <p:cNvPr id="190" name="Double Bracket 189">
            <a:extLst>
              <a:ext uri="{FF2B5EF4-FFF2-40B4-BE49-F238E27FC236}">
                <a16:creationId xmlns:a16="http://schemas.microsoft.com/office/drawing/2014/main" id="{4BE4071F-6841-B441-1638-ACF391EFD8FF}"/>
              </a:ext>
            </a:extLst>
          </p:cNvPr>
          <p:cNvSpPr/>
          <p:nvPr/>
        </p:nvSpPr>
        <p:spPr>
          <a:xfrm>
            <a:off x="5255881" y="1725586"/>
            <a:ext cx="4517945" cy="128179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8F1AA4F7-D2E1-D64B-F2D9-510EF5B7FCD3}"/>
              </a:ext>
            </a:extLst>
          </p:cNvPr>
          <p:cNvSpPr/>
          <p:nvPr/>
        </p:nvSpPr>
        <p:spPr>
          <a:xfrm>
            <a:off x="8298968" y="191572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664BF253-79E5-CD77-C9B1-E157BDBD685F}"/>
              </a:ext>
            </a:extLst>
          </p:cNvPr>
          <p:cNvSpPr/>
          <p:nvPr/>
        </p:nvSpPr>
        <p:spPr>
          <a:xfrm>
            <a:off x="8298968" y="229053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C1B3BD43-4473-9AAD-8F6B-BBC83B346A6D}"/>
              </a:ext>
            </a:extLst>
          </p:cNvPr>
          <p:cNvSpPr/>
          <p:nvPr/>
        </p:nvSpPr>
        <p:spPr>
          <a:xfrm>
            <a:off x="8298968" y="266533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9B2496E8-EFCB-F22A-8B7F-95856492AF38}"/>
              </a:ext>
            </a:extLst>
          </p:cNvPr>
          <p:cNvSpPr/>
          <p:nvPr/>
        </p:nvSpPr>
        <p:spPr>
          <a:xfrm>
            <a:off x="8781891" y="2112923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FC38E724-E952-367A-50C1-2DB80BA05E55}"/>
              </a:ext>
            </a:extLst>
          </p:cNvPr>
          <p:cNvSpPr/>
          <p:nvPr/>
        </p:nvSpPr>
        <p:spPr>
          <a:xfrm>
            <a:off x="8781891" y="2489257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2D3405F2-43B0-5AAB-64EA-C17382D96743}"/>
              </a:ext>
            </a:extLst>
          </p:cNvPr>
          <p:cNvSpPr/>
          <p:nvPr/>
        </p:nvSpPr>
        <p:spPr>
          <a:xfrm>
            <a:off x="8781890" y="286559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09F0B2D7-D073-3AE7-A0EC-72D43779FD57}"/>
              </a:ext>
            </a:extLst>
          </p:cNvPr>
          <p:cNvCxnSpPr>
            <a:cxnSpLocks/>
            <a:stCxn id="191" idx="6"/>
            <a:endCxn id="194" idx="2"/>
          </p:cNvCxnSpPr>
          <p:nvPr/>
        </p:nvCxnSpPr>
        <p:spPr>
          <a:xfrm>
            <a:off x="8423044" y="1977767"/>
            <a:ext cx="358846" cy="19719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4FD9F583-8010-4F6A-4583-BB8812D93558}"/>
              </a:ext>
            </a:extLst>
          </p:cNvPr>
          <p:cNvCxnSpPr>
            <a:cxnSpLocks/>
            <a:stCxn id="191" idx="6"/>
            <a:endCxn id="195" idx="2"/>
          </p:cNvCxnSpPr>
          <p:nvPr/>
        </p:nvCxnSpPr>
        <p:spPr>
          <a:xfrm>
            <a:off x="8423044" y="1977767"/>
            <a:ext cx="358846" cy="57352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BC73EA0-8BCE-455B-3FE5-BD190E851673}"/>
              </a:ext>
            </a:extLst>
          </p:cNvPr>
          <p:cNvCxnSpPr>
            <a:cxnSpLocks/>
            <a:stCxn id="191" idx="6"/>
            <a:endCxn id="196" idx="2"/>
          </p:cNvCxnSpPr>
          <p:nvPr/>
        </p:nvCxnSpPr>
        <p:spPr>
          <a:xfrm>
            <a:off x="8423045" y="1977768"/>
            <a:ext cx="358845" cy="94986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2AC02356-E420-026B-FC5D-355C2B777F8A}"/>
              </a:ext>
            </a:extLst>
          </p:cNvPr>
          <p:cNvCxnSpPr>
            <a:cxnSpLocks/>
            <a:stCxn id="192" idx="6"/>
            <a:endCxn id="194" idx="2"/>
          </p:cNvCxnSpPr>
          <p:nvPr/>
        </p:nvCxnSpPr>
        <p:spPr>
          <a:xfrm flipV="1">
            <a:off x="8423044" y="2174962"/>
            <a:ext cx="358846" cy="177609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2BF62BB8-206D-0DB7-D505-EAD7B2E2B753}"/>
              </a:ext>
            </a:extLst>
          </p:cNvPr>
          <p:cNvCxnSpPr>
            <a:cxnSpLocks/>
            <a:stCxn id="192" idx="6"/>
            <a:endCxn id="195" idx="2"/>
          </p:cNvCxnSpPr>
          <p:nvPr/>
        </p:nvCxnSpPr>
        <p:spPr>
          <a:xfrm>
            <a:off x="8423044" y="2352571"/>
            <a:ext cx="358846" cy="19872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168009A4-A720-680F-4AF5-0A4508BF4B11}"/>
              </a:ext>
            </a:extLst>
          </p:cNvPr>
          <p:cNvCxnSpPr>
            <a:cxnSpLocks/>
            <a:stCxn id="193" idx="6"/>
            <a:endCxn id="196" idx="2"/>
          </p:cNvCxnSpPr>
          <p:nvPr/>
        </p:nvCxnSpPr>
        <p:spPr>
          <a:xfrm>
            <a:off x="8423045" y="2727374"/>
            <a:ext cx="358845" cy="20025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F1A25DED-A5A1-C402-AF26-C0F94D1795FE}"/>
              </a:ext>
            </a:extLst>
          </p:cNvPr>
          <p:cNvCxnSpPr>
            <a:cxnSpLocks/>
            <a:stCxn id="192" idx="6"/>
            <a:endCxn id="196" idx="2"/>
          </p:cNvCxnSpPr>
          <p:nvPr/>
        </p:nvCxnSpPr>
        <p:spPr>
          <a:xfrm>
            <a:off x="8423045" y="2352570"/>
            <a:ext cx="358845" cy="5750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929F56B1-F729-A3EE-8033-7D2879904969}"/>
              </a:ext>
            </a:extLst>
          </p:cNvPr>
          <p:cNvCxnSpPr>
            <a:cxnSpLocks/>
            <a:stCxn id="193" idx="6"/>
            <a:endCxn id="194" idx="2"/>
          </p:cNvCxnSpPr>
          <p:nvPr/>
        </p:nvCxnSpPr>
        <p:spPr>
          <a:xfrm flipV="1">
            <a:off x="8423044" y="2174961"/>
            <a:ext cx="358846" cy="5524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CFF0363A-D72C-D58E-BDC5-E2F5CEDBBCBC}"/>
              </a:ext>
            </a:extLst>
          </p:cNvPr>
          <p:cNvCxnSpPr>
            <a:cxnSpLocks/>
            <a:stCxn id="193" idx="6"/>
            <a:endCxn id="195" idx="2"/>
          </p:cNvCxnSpPr>
          <p:nvPr/>
        </p:nvCxnSpPr>
        <p:spPr>
          <a:xfrm flipV="1">
            <a:off x="8423044" y="2551295"/>
            <a:ext cx="358846" cy="17607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Oval 205">
            <a:extLst>
              <a:ext uri="{FF2B5EF4-FFF2-40B4-BE49-F238E27FC236}">
                <a16:creationId xmlns:a16="http://schemas.microsoft.com/office/drawing/2014/main" id="{A1383D23-30F7-C269-70F1-3CAEADEEFF11}"/>
              </a:ext>
            </a:extLst>
          </p:cNvPr>
          <p:cNvSpPr/>
          <p:nvPr/>
        </p:nvSpPr>
        <p:spPr>
          <a:xfrm>
            <a:off x="8781891" y="173658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F122F95B-AA09-BB88-61CD-3327DF17E3C8}"/>
              </a:ext>
            </a:extLst>
          </p:cNvPr>
          <p:cNvCxnSpPr>
            <a:cxnSpLocks/>
            <a:stCxn id="191" idx="6"/>
            <a:endCxn id="206" idx="2"/>
          </p:cNvCxnSpPr>
          <p:nvPr/>
        </p:nvCxnSpPr>
        <p:spPr>
          <a:xfrm flipV="1">
            <a:off x="8423044" y="1798627"/>
            <a:ext cx="358846" cy="17914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256F177C-E6CD-8455-4F82-E8737A0DDE83}"/>
              </a:ext>
            </a:extLst>
          </p:cNvPr>
          <p:cNvCxnSpPr>
            <a:cxnSpLocks/>
            <a:stCxn id="192" idx="6"/>
            <a:endCxn id="206" idx="2"/>
          </p:cNvCxnSpPr>
          <p:nvPr/>
        </p:nvCxnSpPr>
        <p:spPr>
          <a:xfrm flipV="1">
            <a:off x="8423044" y="1798628"/>
            <a:ext cx="358846" cy="5539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75342BC8-1459-0670-0950-690861EAD0AD}"/>
              </a:ext>
            </a:extLst>
          </p:cNvPr>
          <p:cNvCxnSpPr>
            <a:cxnSpLocks/>
            <a:stCxn id="193" idx="6"/>
            <a:endCxn id="206" idx="2"/>
          </p:cNvCxnSpPr>
          <p:nvPr/>
        </p:nvCxnSpPr>
        <p:spPr>
          <a:xfrm flipV="1">
            <a:off x="8423044" y="1798627"/>
            <a:ext cx="358846" cy="92874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A73C2184-B5FE-B922-7C65-D47F1F57C85D}"/>
              </a:ext>
            </a:extLst>
          </p:cNvPr>
          <p:cNvSpPr/>
          <p:nvPr/>
        </p:nvSpPr>
        <p:spPr>
          <a:xfrm>
            <a:off x="9264815" y="191572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535038C-F6F8-0644-1F96-27C6C9E04C7F}"/>
              </a:ext>
            </a:extLst>
          </p:cNvPr>
          <p:cNvSpPr/>
          <p:nvPr/>
        </p:nvSpPr>
        <p:spPr>
          <a:xfrm>
            <a:off x="9264815" y="229053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47F2D910-8330-27FD-1A74-21A44D34B8CB}"/>
              </a:ext>
            </a:extLst>
          </p:cNvPr>
          <p:cNvSpPr/>
          <p:nvPr/>
        </p:nvSpPr>
        <p:spPr>
          <a:xfrm>
            <a:off x="9264815" y="266533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A55ED93D-81B5-8417-9AB6-A0BECD8A40BE}"/>
              </a:ext>
            </a:extLst>
          </p:cNvPr>
          <p:cNvCxnSpPr>
            <a:cxnSpLocks/>
            <a:stCxn id="206" idx="6"/>
            <a:endCxn id="210" idx="2"/>
          </p:cNvCxnSpPr>
          <p:nvPr/>
        </p:nvCxnSpPr>
        <p:spPr>
          <a:xfrm>
            <a:off x="8905968" y="1798627"/>
            <a:ext cx="358847" cy="17914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EE48EE05-5736-20D7-B162-4B6D9439F1E5}"/>
              </a:ext>
            </a:extLst>
          </p:cNvPr>
          <p:cNvCxnSpPr>
            <a:cxnSpLocks/>
            <a:stCxn id="194" idx="6"/>
            <a:endCxn id="210" idx="2"/>
          </p:cNvCxnSpPr>
          <p:nvPr/>
        </p:nvCxnSpPr>
        <p:spPr>
          <a:xfrm flipV="1">
            <a:off x="8905968" y="1977767"/>
            <a:ext cx="358847" cy="19719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1B2D7191-7722-25F0-BB5A-4C80BD37B107}"/>
              </a:ext>
            </a:extLst>
          </p:cNvPr>
          <p:cNvCxnSpPr>
            <a:cxnSpLocks/>
            <a:stCxn id="195" idx="6"/>
            <a:endCxn id="210" idx="2"/>
          </p:cNvCxnSpPr>
          <p:nvPr/>
        </p:nvCxnSpPr>
        <p:spPr>
          <a:xfrm flipV="1">
            <a:off x="8905968" y="1977767"/>
            <a:ext cx="358847" cy="57352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A5562FEB-A072-E18F-5248-4B94AF124059}"/>
              </a:ext>
            </a:extLst>
          </p:cNvPr>
          <p:cNvCxnSpPr>
            <a:cxnSpLocks/>
            <a:stCxn id="196" idx="6"/>
            <a:endCxn id="210" idx="2"/>
          </p:cNvCxnSpPr>
          <p:nvPr/>
        </p:nvCxnSpPr>
        <p:spPr>
          <a:xfrm flipV="1">
            <a:off x="8905966" y="1977768"/>
            <a:ext cx="358848" cy="94986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63A9569D-A3D1-7D1A-BAAD-AB6E2F1C5363}"/>
              </a:ext>
            </a:extLst>
          </p:cNvPr>
          <p:cNvCxnSpPr>
            <a:cxnSpLocks/>
            <a:stCxn id="196" idx="6"/>
            <a:endCxn id="211" idx="2"/>
          </p:cNvCxnSpPr>
          <p:nvPr/>
        </p:nvCxnSpPr>
        <p:spPr>
          <a:xfrm flipV="1">
            <a:off x="8905966" y="2352570"/>
            <a:ext cx="358848" cy="5750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AD2F3089-325D-6FA4-6FAA-3EDB28BEFE37}"/>
              </a:ext>
            </a:extLst>
          </p:cNvPr>
          <p:cNvCxnSpPr>
            <a:cxnSpLocks/>
            <a:stCxn id="195" idx="6"/>
            <a:endCxn id="212" idx="2"/>
          </p:cNvCxnSpPr>
          <p:nvPr/>
        </p:nvCxnSpPr>
        <p:spPr>
          <a:xfrm>
            <a:off x="8905968" y="2551295"/>
            <a:ext cx="358847" cy="17607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127D0327-D233-58DF-14D1-73B8F19805F2}"/>
              </a:ext>
            </a:extLst>
          </p:cNvPr>
          <p:cNvCxnSpPr>
            <a:cxnSpLocks/>
            <a:stCxn id="206" idx="6"/>
            <a:endCxn id="212" idx="2"/>
          </p:cNvCxnSpPr>
          <p:nvPr/>
        </p:nvCxnSpPr>
        <p:spPr>
          <a:xfrm>
            <a:off x="8905968" y="1798627"/>
            <a:ext cx="358847" cy="92874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07BDA428-CC9F-C860-B821-32B50BC75394}"/>
              </a:ext>
            </a:extLst>
          </p:cNvPr>
          <p:cNvCxnSpPr>
            <a:cxnSpLocks/>
            <a:stCxn id="194" idx="6"/>
            <a:endCxn id="212" idx="2"/>
          </p:cNvCxnSpPr>
          <p:nvPr/>
        </p:nvCxnSpPr>
        <p:spPr>
          <a:xfrm>
            <a:off x="8905968" y="2174961"/>
            <a:ext cx="358847" cy="5524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C704D32C-65CF-819E-25CC-D6BCE0926C3E}"/>
              </a:ext>
            </a:extLst>
          </p:cNvPr>
          <p:cNvCxnSpPr>
            <a:cxnSpLocks/>
            <a:stCxn id="196" idx="6"/>
            <a:endCxn id="212" idx="2"/>
          </p:cNvCxnSpPr>
          <p:nvPr/>
        </p:nvCxnSpPr>
        <p:spPr>
          <a:xfrm flipV="1">
            <a:off x="8905966" y="2727374"/>
            <a:ext cx="358848" cy="20025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F7389AE5-9086-38A0-8010-782A80C20722}"/>
              </a:ext>
            </a:extLst>
          </p:cNvPr>
          <p:cNvCxnSpPr>
            <a:cxnSpLocks/>
            <a:stCxn id="194" idx="6"/>
            <a:endCxn id="211" idx="2"/>
          </p:cNvCxnSpPr>
          <p:nvPr/>
        </p:nvCxnSpPr>
        <p:spPr>
          <a:xfrm>
            <a:off x="8905968" y="2174962"/>
            <a:ext cx="358847" cy="177609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C30AA717-A8CE-74A2-494C-DFDFA760CFB4}"/>
              </a:ext>
            </a:extLst>
          </p:cNvPr>
          <p:cNvCxnSpPr>
            <a:cxnSpLocks/>
            <a:stCxn id="195" idx="6"/>
            <a:endCxn id="211" idx="2"/>
          </p:cNvCxnSpPr>
          <p:nvPr/>
        </p:nvCxnSpPr>
        <p:spPr>
          <a:xfrm flipV="1">
            <a:off x="8905968" y="2352571"/>
            <a:ext cx="358847" cy="19872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720CAE23-C16F-7813-7E5D-BF01C710A3F0}"/>
              </a:ext>
            </a:extLst>
          </p:cNvPr>
          <p:cNvCxnSpPr>
            <a:cxnSpLocks/>
            <a:stCxn id="206" idx="6"/>
            <a:endCxn id="211" idx="2"/>
          </p:cNvCxnSpPr>
          <p:nvPr/>
        </p:nvCxnSpPr>
        <p:spPr>
          <a:xfrm>
            <a:off x="8905968" y="1798628"/>
            <a:ext cx="358847" cy="5539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6" name="Picture 225">
            <a:extLst>
              <a:ext uri="{FF2B5EF4-FFF2-40B4-BE49-F238E27FC236}">
                <a16:creationId xmlns:a16="http://schemas.microsoft.com/office/drawing/2014/main" id="{F8CBC1EC-2A71-1E6C-318F-BBDC7CC841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69" t="-1525" r="33594"/>
          <a:stretch>
            <a:fillRect/>
          </a:stretch>
        </p:blipFill>
        <p:spPr>
          <a:xfrm>
            <a:off x="9796419" y="2095354"/>
            <a:ext cx="285750" cy="559665"/>
          </a:xfrm>
          <a:prstGeom prst="rect">
            <a:avLst/>
          </a:prstGeom>
        </p:spPr>
      </p:pic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B7E43B14-F15E-1CBE-C43C-846FC3B1B1E0}"/>
              </a:ext>
            </a:extLst>
          </p:cNvPr>
          <p:cNvCxnSpPr>
            <a:cxnSpLocks/>
          </p:cNvCxnSpPr>
          <p:nvPr/>
        </p:nvCxnSpPr>
        <p:spPr>
          <a:xfrm flipV="1">
            <a:off x="10789971" y="3744325"/>
            <a:ext cx="0" cy="1281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81173C4F-3638-4F20-E2C0-45240CB6911C}"/>
              </a:ext>
            </a:extLst>
          </p:cNvPr>
          <p:cNvCxnSpPr>
            <a:cxnSpLocks/>
          </p:cNvCxnSpPr>
          <p:nvPr/>
        </p:nvCxnSpPr>
        <p:spPr>
          <a:xfrm>
            <a:off x="10789971" y="5026117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DC227D9D-D845-775E-3F79-C711D235FE31}"/>
              </a:ext>
            </a:extLst>
          </p:cNvPr>
          <p:cNvCxnSpPr>
            <a:cxnSpLocks/>
          </p:cNvCxnSpPr>
          <p:nvPr/>
        </p:nvCxnSpPr>
        <p:spPr>
          <a:xfrm flipH="1">
            <a:off x="10382634" y="5030821"/>
            <a:ext cx="402390" cy="6030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A83FE17B-F361-4A59-5988-7E2FEEACB836}"/>
              </a:ext>
            </a:extLst>
          </p:cNvPr>
          <p:cNvCxnSpPr/>
          <p:nvPr/>
        </p:nvCxnSpPr>
        <p:spPr>
          <a:xfrm flipV="1">
            <a:off x="10785024" y="4147013"/>
            <a:ext cx="987634" cy="87910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4047B4A7-5EBA-E96C-25E8-4035687687DF}"/>
              </a:ext>
            </a:extLst>
          </p:cNvPr>
          <p:cNvCxnSpPr>
            <a:cxnSpLocks/>
          </p:cNvCxnSpPr>
          <p:nvPr/>
        </p:nvCxnSpPr>
        <p:spPr>
          <a:xfrm>
            <a:off x="10785025" y="5030822"/>
            <a:ext cx="866239" cy="3979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Arc 236">
            <a:extLst>
              <a:ext uri="{FF2B5EF4-FFF2-40B4-BE49-F238E27FC236}">
                <a16:creationId xmlns:a16="http://schemas.microsoft.com/office/drawing/2014/main" id="{90A63753-34D3-968F-FAD7-6A8EF0E2A143}"/>
              </a:ext>
            </a:extLst>
          </p:cNvPr>
          <p:cNvSpPr/>
          <p:nvPr/>
        </p:nvSpPr>
        <p:spPr>
          <a:xfrm rot="3205068">
            <a:off x="10528238" y="4529311"/>
            <a:ext cx="722297" cy="722297"/>
          </a:xfrm>
          <a:prstGeom prst="arc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A5AABB11-6F07-914B-46C7-C7ACB16333B8}"/>
              </a:ext>
            </a:extLst>
          </p:cNvPr>
          <p:cNvSpPr txBox="1"/>
          <p:nvPr/>
        </p:nvSpPr>
        <p:spPr>
          <a:xfrm>
            <a:off x="11235624" y="4711260"/>
            <a:ext cx="413319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accent6">
                    <a:lumMod val="75000"/>
                  </a:schemeClr>
                </a:solidFill>
              </a:rPr>
              <a:t>θ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945633E0-C1E4-6D28-9F1C-2D61C7EA73AE}"/>
              </a:ext>
            </a:extLst>
          </p:cNvPr>
          <p:cNvSpPr/>
          <p:nvPr/>
        </p:nvSpPr>
        <p:spPr>
          <a:xfrm>
            <a:off x="6211283" y="4245620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9C8F969A-592A-A2F2-BA09-CD8E79299334}"/>
              </a:ext>
            </a:extLst>
          </p:cNvPr>
          <p:cNvSpPr/>
          <p:nvPr/>
        </p:nvSpPr>
        <p:spPr>
          <a:xfrm>
            <a:off x="6211283" y="4620423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E4015957-F150-FBA6-9BD0-4819134151B4}"/>
              </a:ext>
            </a:extLst>
          </p:cNvPr>
          <p:cNvSpPr/>
          <p:nvPr/>
        </p:nvSpPr>
        <p:spPr>
          <a:xfrm>
            <a:off x="6211283" y="4995226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F6B4B08A-AF58-A4CC-DD33-BDBAE4351516}"/>
              </a:ext>
            </a:extLst>
          </p:cNvPr>
          <p:cNvSpPr/>
          <p:nvPr/>
        </p:nvSpPr>
        <p:spPr>
          <a:xfrm>
            <a:off x="6694206" y="4442814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247710EF-5D58-F5EC-576E-A394762CCB8D}"/>
              </a:ext>
            </a:extLst>
          </p:cNvPr>
          <p:cNvSpPr/>
          <p:nvPr/>
        </p:nvSpPr>
        <p:spPr>
          <a:xfrm>
            <a:off x="6694206" y="4819148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C50659BD-2831-544C-7B64-198256D25065}"/>
              </a:ext>
            </a:extLst>
          </p:cNvPr>
          <p:cNvSpPr/>
          <p:nvPr/>
        </p:nvSpPr>
        <p:spPr>
          <a:xfrm>
            <a:off x="6694205" y="5195483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083CAF26-A0D6-9A7C-B438-68D33AFB1D22}"/>
              </a:ext>
            </a:extLst>
          </p:cNvPr>
          <p:cNvCxnSpPr>
            <a:cxnSpLocks/>
            <a:stCxn id="239" idx="6"/>
            <a:endCxn id="242" idx="2"/>
          </p:cNvCxnSpPr>
          <p:nvPr/>
        </p:nvCxnSpPr>
        <p:spPr>
          <a:xfrm>
            <a:off x="6335359" y="4307658"/>
            <a:ext cx="358846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ECC63FE5-C5BF-8ACE-5FF8-E8395F2FB7B4}"/>
              </a:ext>
            </a:extLst>
          </p:cNvPr>
          <p:cNvCxnSpPr>
            <a:cxnSpLocks/>
            <a:stCxn id="239" idx="6"/>
            <a:endCxn id="243" idx="2"/>
          </p:cNvCxnSpPr>
          <p:nvPr/>
        </p:nvCxnSpPr>
        <p:spPr>
          <a:xfrm>
            <a:off x="6335359" y="4307658"/>
            <a:ext cx="358846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FC29074C-484B-16C3-CF78-A70D553F00C9}"/>
              </a:ext>
            </a:extLst>
          </p:cNvPr>
          <p:cNvCxnSpPr>
            <a:cxnSpLocks/>
            <a:stCxn id="239" idx="6"/>
            <a:endCxn id="244" idx="2"/>
          </p:cNvCxnSpPr>
          <p:nvPr/>
        </p:nvCxnSpPr>
        <p:spPr>
          <a:xfrm>
            <a:off x="6335360" y="4307659"/>
            <a:ext cx="358845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82F831DE-B4C7-0151-2DAF-4901E4F2BF46}"/>
              </a:ext>
            </a:extLst>
          </p:cNvPr>
          <p:cNvCxnSpPr>
            <a:cxnSpLocks/>
            <a:stCxn id="240" idx="6"/>
            <a:endCxn id="242" idx="2"/>
          </p:cNvCxnSpPr>
          <p:nvPr/>
        </p:nvCxnSpPr>
        <p:spPr>
          <a:xfrm flipV="1">
            <a:off x="6335359" y="4504853"/>
            <a:ext cx="358846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1C53F05A-38AF-E58F-5B3D-FED29FA0FD8E}"/>
              </a:ext>
            </a:extLst>
          </p:cNvPr>
          <p:cNvCxnSpPr>
            <a:cxnSpLocks/>
            <a:stCxn id="240" idx="6"/>
            <a:endCxn id="243" idx="2"/>
          </p:cNvCxnSpPr>
          <p:nvPr/>
        </p:nvCxnSpPr>
        <p:spPr>
          <a:xfrm>
            <a:off x="6335359" y="4682462"/>
            <a:ext cx="358846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85DEA06F-BCA8-E7AE-7A57-F4CC9A6B5869}"/>
              </a:ext>
            </a:extLst>
          </p:cNvPr>
          <p:cNvCxnSpPr>
            <a:cxnSpLocks/>
            <a:stCxn id="241" idx="6"/>
            <a:endCxn id="244" idx="2"/>
          </p:cNvCxnSpPr>
          <p:nvPr/>
        </p:nvCxnSpPr>
        <p:spPr>
          <a:xfrm>
            <a:off x="6335360" y="5057265"/>
            <a:ext cx="358845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638F9615-324F-7854-B905-CBDC3EC96720}"/>
              </a:ext>
            </a:extLst>
          </p:cNvPr>
          <p:cNvCxnSpPr>
            <a:cxnSpLocks/>
            <a:stCxn id="240" idx="6"/>
            <a:endCxn id="244" idx="2"/>
          </p:cNvCxnSpPr>
          <p:nvPr/>
        </p:nvCxnSpPr>
        <p:spPr>
          <a:xfrm>
            <a:off x="6335360" y="4682461"/>
            <a:ext cx="358845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4D753FAC-1EB1-5230-B3B2-FE7CF08EDC7B}"/>
              </a:ext>
            </a:extLst>
          </p:cNvPr>
          <p:cNvCxnSpPr>
            <a:cxnSpLocks/>
            <a:stCxn id="241" idx="6"/>
            <a:endCxn id="242" idx="2"/>
          </p:cNvCxnSpPr>
          <p:nvPr/>
        </p:nvCxnSpPr>
        <p:spPr>
          <a:xfrm flipV="1">
            <a:off x="6335359" y="4504852"/>
            <a:ext cx="358846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CF62F49A-7394-9600-8F78-22F00AEBDA94}"/>
              </a:ext>
            </a:extLst>
          </p:cNvPr>
          <p:cNvCxnSpPr>
            <a:cxnSpLocks/>
            <a:stCxn id="241" idx="6"/>
            <a:endCxn id="243" idx="2"/>
          </p:cNvCxnSpPr>
          <p:nvPr/>
        </p:nvCxnSpPr>
        <p:spPr>
          <a:xfrm flipV="1">
            <a:off x="6335359" y="4881186"/>
            <a:ext cx="358846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Oval 253">
            <a:extLst>
              <a:ext uri="{FF2B5EF4-FFF2-40B4-BE49-F238E27FC236}">
                <a16:creationId xmlns:a16="http://schemas.microsoft.com/office/drawing/2014/main" id="{9AA8D691-D62F-6A3E-DEF9-B138C3B88B02}"/>
              </a:ext>
            </a:extLst>
          </p:cNvPr>
          <p:cNvSpPr/>
          <p:nvPr/>
        </p:nvSpPr>
        <p:spPr>
          <a:xfrm>
            <a:off x="6694206" y="4066480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295C9E93-848F-5233-9931-6EAEE33650DE}"/>
              </a:ext>
            </a:extLst>
          </p:cNvPr>
          <p:cNvCxnSpPr>
            <a:cxnSpLocks/>
            <a:stCxn id="239" idx="6"/>
            <a:endCxn id="254" idx="2"/>
          </p:cNvCxnSpPr>
          <p:nvPr/>
        </p:nvCxnSpPr>
        <p:spPr>
          <a:xfrm flipV="1">
            <a:off x="6335359" y="4128518"/>
            <a:ext cx="358846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D8C7C0FF-86B7-BC34-C3E9-8B480AF6025D}"/>
              </a:ext>
            </a:extLst>
          </p:cNvPr>
          <p:cNvCxnSpPr>
            <a:cxnSpLocks/>
            <a:stCxn id="240" idx="6"/>
            <a:endCxn id="254" idx="2"/>
          </p:cNvCxnSpPr>
          <p:nvPr/>
        </p:nvCxnSpPr>
        <p:spPr>
          <a:xfrm flipV="1">
            <a:off x="6335359" y="4128519"/>
            <a:ext cx="358846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B0133283-7CA3-05F8-6A93-34B4205225B5}"/>
              </a:ext>
            </a:extLst>
          </p:cNvPr>
          <p:cNvCxnSpPr>
            <a:cxnSpLocks/>
            <a:stCxn id="241" idx="6"/>
            <a:endCxn id="254" idx="2"/>
          </p:cNvCxnSpPr>
          <p:nvPr/>
        </p:nvCxnSpPr>
        <p:spPr>
          <a:xfrm flipV="1">
            <a:off x="6335359" y="4128518"/>
            <a:ext cx="358846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Oval 257">
            <a:extLst>
              <a:ext uri="{FF2B5EF4-FFF2-40B4-BE49-F238E27FC236}">
                <a16:creationId xmlns:a16="http://schemas.microsoft.com/office/drawing/2014/main" id="{C60AAE5B-E0FF-6EC8-6368-F4EA4BCBA095}"/>
              </a:ext>
            </a:extLst>
          </p:cNvPr>
          <p:cNvSpPr/>
          <p:nvPr/>
        </p:nvSpPr>
        <p:spPr>
          <a:xfrm>
            <a:off x="7177130" y="4245620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112327D6-6361-A0BF-D2A4-ECCECC3D0115}"/>
              </a:ext>
            </a:extLst>
          </p:cNvPr>
          <p:cNvSpPr/>
          <p:nvPr/>
        </p:nvSpPr>
        <p:spPr>
          <a:xfrm>
            <a:off x="7177130" y="4620423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0790B97F-6772-85E8-9B93-9FCA253EBED6}"/>
              </a:ext>
            </a:extLst>
          </p:cNvPr>
          <p:cNvSpPr/>
          <p:nvPr/>
        </p:nvSpPr>
        <p:spPr>
          <a:xfrm>
            <a:off x="7177130" y="4995226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425D9C06-712D-A9B0-B93D-9CBF88398EE5}"/>
              </a:ext>
            </a:extLst>
          </p:cNvPr>
          <p:cNvCxnSpPr>
            <a:cxnSpLocks/>
            <a:stCxn id="254" idx="6"/>
            <a:endCxn id="258" idx="2"/>
          </p:cNvCxnSpPr>
          <p:nvPr/>
        </p:nvCxnSpPr>
        <p:spPr>
          <a:xfrm>
            <a:off x="6818283" y="4128518"/>
            <a:ext cx="358847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07F925D4-0C9B-D417-A323-ACBD4BB71A92}"/>
              </a:ext>
            </a:extLst>
          </p:cNvPr>
          <p:cNvCxnSpPr>
            <a:cxnSpLocks/>
            <a:stCxn id="242" idx="6"/>
            <a:endCxn id="258" idx="2"/>
          </p:cNvCxnSpPr>
          <p:nvPr/>
        </p:nvCxnSpPr>
        <p:spPr>
          <a:xfrm flipV="1">
            <a:off x="6818283" y="4307658"/>
            <a:ext cx="358847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2DC50204-FF37-E54C-B02F-ADC0B5C572B5}"/>
              </a:ext>
            </a:extLst>
          </p:cNvPr>
          <p:cNvCxnSpPr>
            <a:cxnSpLocks/>
            <a:stCxn id="243" idx="6"/>
            <a:endCxn id="258" idx="2"/>
          </p:cNvCxnSpPr>
          <p:nvPr/>
        </p:nvCxnSpPr>
        <p:spPr>
          <a:xfrm flipV="1">
            <a:off x="6818283" y="4307658"/>
            <a:ext cx="358847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41E6E7A0-FB0D-3673-EF84-EE99634527A6}"/>
              </a:ext>
            </a:extLst>
          </p:cNvPr>
          <p:cNvCxnSpPr>
            <a:cxnSpLocks/>
            <a:stCxn id="244" idx="6"/>
            <a:endCxn id="258" idx="2"/>
          </p:cNvCxnSpPr>
          <p:nvPr/>
        </p:nvCxnSpPr>
        <p:spPr>
          <a:xfrm flipV="1">
            <a:off x="6818281" y="4307659"/>
            <a:ext cx="358848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E46B421F-C11D-7902-B428-FB3229E9A567}"/>
              </a:ext>
            </a:extLst>
          </p:cNvPr>
          <p:cNvCxnSpPr>
            <a:cxnSpLocks/>
            <a:stCxn id="244" idx="6"/>
            <a:endCxn id="259" idx="2"/>
          </p:cNvCxnSpPr>
          <p:nvPr/>
        </p:nvCxnSpPr>
        <p:spPr>
          <a:xfrm flipV="1">
            <a:off x="6818281" y="4682461"/>
            <a:ext cx="358848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27C39563-7E0C-6839-F7F0-27B11941618B}"/>
              </a:ext>
            </a:extLst>
          </p:cNvPr>
          <p:cNvCxnSpPr>
            <a:cxnSpLocks/>
            <a:stCxn id="243" idx="6"/>
            <a:endCxn id="260" idx="2"/>
          </p:cNvCxnSpPr>
          <p:nvPr/>
        </p:nvCxnSpPr>
        <p:spPr>
          <a:xfrm>
            <a:off x="6818283" y="4881186"/>
            <a:ext cx="358847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46412F6A-C1BF-C320-A4B1-75400AD0EDE4}"/>
              </a:ext>
            </a:extLst>
          </p:cNvPr>
          <p:cNvCxnSpPr>
            <a:cxnSpLocks/>
            <a:stCxn id="254" idx="6"/>
            <a:endCxn id="260" idx="2"/>
          </p:cNvCxnSpPr>
          <p:nvPr/>
        </p:nvCxnSpPr>
        <p:spPr>
          <a:xfrm>
            <a:off x="6818283" y="4128518"/>
            <a:ext cx="358847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4BE344E1-21D7-C1CF-DF00-DA69FD6CC68C}"/>
              </a:ext>
            </a:extLst>
          </p:cNvPr>
          <p:cNvCxnSpPr>
            <a:cxnSpLocks/>
            <a:stCxn id="242" idx="6"/>
            <a:endCxn id="260" idx="2"/>
          </p:cNvCxnSpPr>
          <p:nvPr/>
        </p:nvCxnSpPr>
        <p:spPr>
          <a:xfrm>
            <a:off x="6818283" y="4504852"/>
            <a:ext cx="358847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BB41E751-E8AE-06D0-683D-4F13E0EE044F}"/>
              </a:ext>
            </a:extLst>
          </p:cNvPr>
          <p:cNvCxnSpPr>
            <a:cxnSpLocks/>
            <a:stCxn id="244" idx="6"/>
            <a:endCxn id="260" idx="2"/>
          </p:cNvCxnSpPr>
          <p:nvPr/>
        </p:nvCxnSpPr>
        <p:spPr>
          <a:xfrm flipV="1">
            <a:off x="6818281" y="5057265"/>
            <a:ext cx="358848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33C5ABDA-484E-0E40-3D51-533B916C606A}"/>
              </a:ext>
            </a:extLst>
          </p:cNvPr>
          <p:cNvCxnSpPr>
            <a:cxnSpLocks/>
            <a:stCxn id="242" idx="6"/>
            <a:endCxn id="259" idx="2"/>
          </p:cNvCxnSpPr>
          <p:nvPr/>
        </p:nvCxnSpPr>
        <p:spPr>
          <a:xfrm>
            <a:off x="6818283" y="4504853"/>
            <a:ext cx="358847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5A48B874-D61A-12C9-E0B3-8615FA07D687}"/>
              </a:ext>
            </a:extLst>
          </p:cNvPr>
          <p:cNvCxnSpPr>
            <a:cxnSpLocks/>
            <a:stCxn id="243" idx="6"/>
            <a:endCxn id="259" idx="2"/>
          </p:cNvCxnSpPr>
          <p:nvPr/>
        </p:nvCxnSpPr>
        <p:spPr>
          <a:xfrm flipV="1">
            <a:off x="6818283" y="4682462"/>
            <a:ext cx="358847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410716DE-6883-3541-C50F-DDEFCDD413E5}"/>
              </a:ext>
            </a:extLst>
          </p:cNvPr>
          <p:cNvCxnSpPr>
            <a:cxnSpLocks/>
            <a:stCxn id="254" idx="6"/>
            <a:endCxn id="259" idx="2"/>
          </p:cNvCxnSpPr>
          <p:nvPr/>
        </p:nvCxnSpPr>
        <p:spPr>
          <a:xfrm>
            <a:off x="6818283" y="4128519"/>
            <a:ext cx="358847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5" name="Picture 274">
            <a:extLst>
              <a:ext uri="{FF2B5EF4-FFF2-40B4-BE49-F238E27FC236}">
                <a16:creationId xmlns:a16="http://schemas.microsoft.com/office/drawing/2014/main" id="{7A2F1B6B-3DCC-3CBD-650A-6662CB6DB6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69" t="-1525" r="33594"/>
          <a:stretch>
            <a:fillRect/>
          </a:stretch>
        </p:blipFill>
        <p:spPr>
          <a:xfrm>
            <a:off x="4297125" y="4420564"/>
            <a:ext cx="285750" cy="559665"/>
          </a:xfrm>
          <a:prstGeom prst="rect">
            <a:avLst/>
          </a:prstGeom>
        </p:spPr>
      </p:pic>
      <p:sp>
        <p:nvSpPr>
          <p:cNvPr id="277" name="Double Bracket 276">
            <a:extLst>
              <a:ext uri="{FF2B5EF4-FFF2-40B4-BE49-F238E27FC236}">
                <a16:creationId xmlns:a16="http://schemas.microsoft.com/office/drawing/2014/main" id="{E5C320C3-AD94-373F-3357-EDB79827CB7D}"/>
              </a:ext>
            </a:extLst>
          </p:cNvPr>
          <p:cNvSpPr/>
          <p:nvPr/>
        </p:nvSpPr>
        <p:spPr>
          <a:xfrm>
            <a:off x="5298041" y="4066480"/>
            <a:ext cx="4501596" cy="128179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3B9BA367-60DF-86D2-E1E8-FE38F8E64A8A}"/>
              </a:ext>
            </a:extLst>
          </p:cNvPr>
          <p:cNvSpPr/>
          <p:nvPr/>
        </p:nvSpPr>
        <p:spPr>
          <a:xfrm>
            <a:off x="8376359" y="4256623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2A6A7C79-7879-3282-6B2B-96618563DF4D}"/>
              </a:ext>
            </a:extLst>
          </p:cNvPr>
          <p:cNvSpPr/>
          <p:nvPr/>
        </p:nvSpPr>
        <p:spPr>
          <a:xfrm>
            <a:off x="8376359" y="4631426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CEBEE0CE-922E-BCB5-40AD-4D76FD2BBD04}"/>
              </a:ext>
            </a:extLst>
          </p:cNvPr>
          <p:cNvSpPr/>
          <p:nvPr/>
        </p:nvSpPr>
        <p:spPr>
          <a:xfrm>
            <a:off x="8376359" y="5006229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B33E2BF5-F033-47C8-54EB-70F2AD5C304F}"/>
              </a:ext>
            </a:extLst>
          </p:cNvPr>
          <p:cNvSpPr/>
          <p:nvPr/>
        </p:nvSpPr>
        <p:spPr>
          <a:xfrm>
            <a:off x="8859282" y="4453817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31B23D0B-93E1-0B4A-49CB-CC971F0A029A}"/>
              </a:ext>
            </a:extLst>
          </p:cNvPr>
          <p:cNvSpPr/>
          <p:nvPr/>
        </p:nvSpPr>
        <p:spPr>
          <a:xfrm>
            <a:off x="8859282" y="4830151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12806E1E-51FC-233F-ED83-5AA192EA4908}"/>
              </a:ext>
            </a:extLst>
          </p:cNvPr>
          <p:cNvSpPr/>
          <p:nvPr/>
        </p:nvSpPr>
        <p:spPr>
          <a:xfrm>
            <a:off x="8859281" y="5206486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10CECE34-936C-7F76-48B2-49D1F6864BBB}"/>
              </a:ext>
            </a:extLst>
          </p:cNvPr>
          <p:cNvCxnSpPr>
            <a:cxnSpLocks/>
            <a:stCxn id="278" idx="6"/>
            <a:endCxn id="281" idx="2"/>
          </p:cNvCxnSpPr>
          <p:nvPr/>
        </p:nvCxnSpPr>
        <p:spPr>
          <a:xfrm>
            <a:off x="8500435" y="4318661"/>
            <a:ext cx="358846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1529DE57-5D50-726E-D8C2-5AA7897B19B9}"/>
              </a:ext>
            </a:extLst>
          </p:cNvPr>
          <p:cNvCxnSpPr>
            <a:cxnSpLocks/>
            <a:stCxn id="278" idx="6"/>
            <a:endCxn id="282" idx="2"/>
          </p:cNvCxnSpPr>
          <p:nvPr/>
        </p:nvCxnSpPr>
        <p:spPr>
          <a:xfrm>
            <a:off x="8500435" y="4318661"/>
            <a:ext cx="358846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5F3DA682-C2D7-776F-D5C1-FE15574FCDF0}"/>
              </a:ext>
            </a:extLst>
          </p:cNvPr>
          <p:cNvCxnSpPr>
            <a:cxnSpLocks/>
            <a:stCxn id="278" idx="6"/>
            <a:endCxn id="283" idx="2"/>
          </p:cNvCxnSpPr>
          <p:nvPr/>
        </p:nvCxnSpPr>
        <p:spPr>
          <a:xfrm>
            <a:off x="8500436" y="4318662"/>
            <a:ext cx="358845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2CA44438-40F6-E012-DFAB-70270B54B4E2}"/>
              </a:ext>
            </a:extLst>
          </p:cNvPr>
          <p:cNvCxnSpPr>
            <a:cxnSpLocks/>
            <a:stCxn id="279" idx="6"/>
            <a:endCxn id="281" idx="2"/>
          </p:cNvCxnSpPr>
          <p:nvPr/>
        </p:nvCxnSpPr>
        <p:spPr>
          <a:xfrm flipV="1">
            <a:off x="8500435" y="4515856"/>
            <a:ext cx="358846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46132C65-1434-F23E-A994-FCC7051F1899}"/>
              </a:ext>
            </a:extLst>
          </p:cNvPr>
          <p:cNvCxnSpPr>
            <a:cxnSpLocks/>
            <a:stCxn id="279" idx="6"/>
            <a:endCxn id="282" idx="2"/>
          </p:cNvCxnSpPr>
          <p:nvPr/>
        </p:nvCxnSpPr>
        <p:spPr>
          <a:xfrm>
            <a:off x="8500435" y="4693465"/>
            <a:ext cx="358846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1FDE0C41-43B7-083B-4F88-43FFB9C39A71}"/>
              </a:ext>
            </a:extLst>
          </p:cNvPr>
          <p:cNvCxnSpPr>
            <a:cxnSpLocks/>
            <a:stCxn id="280" idx="6"/>
            <a:endCxn id="283" idx="2"/>
          </p:cNvCxnSpPr>
          <p:nvPr/>
        </p:nvCxnSpPr>
        <p:spPr>
          <a:xfrm>
            <a:off x="8500436" y="5068268"/>
            <a:ext cx="358845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BA763787-1B5F-B1D5-CF10-508C0ECEDFB6}"/>
              </a:ext>
            </a:extLst>
          </p:cNvPr>
          <p:cNvCxnSpPr>
            <a:cxnSpLocks/>
            <a:stCxn id="279" idx="6"/>
            <a:endCxn id="283" idx="2"/>
          </p:cNvCxnSpPr>
          <p:nvPr/>
        </p:nvCxnSpPr>
        <p:spPr>
          <a:xfrm>
            <a:off x="8500436" y="4693464"/>
            <a:ext cx="358845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6103F2B4-1FAA-9925-7DB8-FECAD97967D7}"/>
              </a:ext>
            </a:extLst>
          </p:cNvPr>
          <p:cNvCxnSpPr>
            <a:cxnSpLocks/>
            <a:stCxn id="280" idx="6"/>
            <a:endCxn id="281" idx="2"/>
          </p:cNvCxnSpPr>
          <p:nvPr/>
        </p:nvCxnSpPr>
        <p:spPr>
          <a:xfrm flipV="1">
            <a:off x="8500435" y="4515855"/>
            <a:ext cx="358846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7E6E1805-00F5-2260-378D-81CC8742E4C0}"/>
              </a:ext>
            </a:extLst>
          </p:cNvPr>
          <p:cNvCxnSpPr>
            <a:cxnSpLocks/>
            <a:stCxn id="280" idx="6"/>
            <a:endCxn id="282" idx="2"/>
          </p:cNvCxnSpPr>
          <p:nvPr/>
        </p:nvCxnSpPr>
        <p:spPr>
          <a:xfrm flipV="1">
            <a:off x="8500435" y="4892189"/>
            <a:ext cx="358846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Oval 292">
            <a:extLst>
              <a:ext uri="{FF2B5EF4-FFF2-40B4-BE49-F238E27FC236}">
                <a16:creationId xmlns:a16="http://schemas.microsoft.com/office/drawing/2014/main" id="{6C0B814F-BA08-0119-72D7-27958E38CF0E}"/>
              </a:ext>
            </a:extLst>
          </p:cNvPr>
          <p:cNvSpPr/>
          <p:nvPr/>
        </p:nvSpPr>
        <p:spPr>
          <a:xfrm>
            <a:off x="8859282" y="4077483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66EF5747-E3A8-4109-877A-127C2FB0F036}"/>
              </a:ext>
            </a:extLst>
          </p:cNvPr>
          <p:cNvCxnSpPr>
            <a:cxnSpLocks/>
            <a:stCxn id="278" idx="6"/>
            <a:endCxn id="293" idx="2"/>
          </p:cNvCxnSpPr>
          <p:nvPr/>
        </p:nvCxnSpPr>
        <p:spPr>
          <a:xfrm flipV="1">
            <a:off x="8500435" y="4139521"/>
            <a:ext cx="358846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21FB9BFD-130E-7F84-5495-AB5A82CA27F9}"/>
              </a:ext>
            </a:extLst>
          </p:cNvPr>
          <p:cNvCxnSpPr>
            <a:cxnSpLocks/>
            <a:stCxn id="279" idx="6"/>
            <a:endCxn id="293" idx="2"/>
          </p:cNvCxnSpPr>
          <p:nvPr/>
        </p:nvCxnSpPr>
        <p:spPr>
          <a:xfrm flipV="1">
            <a:off x="8500435" y="4139522"/>
            <a:ext cx="358846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EF776AD0-4DF3-D477-F719-51640C793B25}"/>
              </a:ext>
            </a:extLst>
          </p:cNvPr>
          <p:cNvCxnSpPr>
            <a:cxnSpLocks/>
            <a:stCxn id="280" idx="6"/>
            <a:endCxn id="293" idx="2"/>
          </p:cNvCxnSpPr>
          <p:nvPr/>
        </p:nvCxnSpPr>
        <p:spPr>
          <a:xfrm flipV="1">
            <a:off x="8500435" y="4139521"/>
            <a:ext cx="358846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Oval 296">
            <a:extLst>
              <a:ext uri="{FF2B5EF4-FFF2-40B4-BE49-F238E27FC236}">
                <a16:creationId xmlns:a16="http://schemas.microsoft.com/office/drawing/2014/main" id="{7EFCBBD7-AD48-D849-8164-5B6772030E15}"/>
              </a:ext>
            </a:extLst>
          </p:cNvPr>
          <p:cNvSpPr/>
          <p:nvPr/>
        </p:nvSpPr>
        <p:spPr>
          <a:xfrm>
            <a:off x="9342206" y="4256623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38B410B1-1456-D7B3-8FFB-C79751F54856}"/>
              </a:ext>
            </a:extLst>
          </p:cNvPr>
          <p:cNvSpPr/>
          <p:nvPr/>
        </p:nvSpPr>
        <p:spPr>
          <a:xfrm>
            <a:off x="9342206" y="4631426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8D8FBBBC-8157-A041-ACCB-B5801178D1C2}"/>
              </a:ext>
            </a:extLst>
          </p:cNvPr>
          <p:cNvSpPr/>
          <p:nvPr/>
        </p:nvSpPr>
        <p:spPr>
          <a:xfrm>
            <a:off x="9342206" y="5006229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A1483C85-FC5A-33E6-CA46-39928A91D340}"/>
              </a:ext>
            </a:extLst>
          </p:cNvPr>
          <p:cNvCxnSpPr>
            <a:cxnSpLocks/>
            <a:stCxn id="293" idx="6"/>
            <a:endCxn id="297" idx="2"/>
          </p:cNvCxnSpPr>
          <p:nvPr/>
        </p:nvCxnSpPr>
        <p:spPr>
          <a:xfrm>
            <a:off x="8983359" y="4139521"/>
            <a:ext cx="358847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CDE937A7-7D50-F86A-DDD0-7083862709D6}"/>
              </a:ext>
            </a:extLst>
          </p:cNvPr>
          <p:cNvCxnSpPr>
            <a:cxnSpLocks/>
            <a:stCxn id="281" idx="6"/>
            <a:endCxn id="297" idx="2"/>
          </p:cNvCxnSpPr>
          <p:nvPr/>
        </p:nvCxnSpPr>
        <p:spPr>
          <a:xfrm flipV="1">
            <a:off x="8983359" y="4318661"/>
            <a:ext cx="358847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9D90E8C3-F67C-3482-5567-359EF1A07EA6}"/>
              </a:ext>
            </a:extLst>
          </p:cNvPr>
          <p:cNvCxnSpPr>
            <a:cxnSpLocks/>
            <a:stCxn id="282" idx="6"/>
            <a:endCxn id="297" idx="2"/>
          </p:cNvCxnSpPr>
          <p:nvPr/>
        </p:nvCxnSpPr>
        <p:spPr>
          <a:xfrm flipV="1">
            <a:off x="8983359" y="4318661"/>
            <a:ext cx="358847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6DD855E8-EDED-2F8C-71B3-5A8801C7FEC6}"/>
              </a:ext>
            </a:extLst>
          </p:cNvPr>
          <p:cNvCxnSpPr>
            <a:cxnSpLocks/>
            <a:stCxn id="283" idx="6"/>
            <a:endCxn id="297" idx="2"/>
          </p:cNvCxnSpPr>
          <p:nvPr/>
        </p:nvCxnSpPr>
        <p:spPr>
          <a:xfrm flipV="1">
            <a:off x="8983357" y="4318662"/>
            <a:ext cx="358848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4546168E-7C76-BC1B-A109-FD7CF1FD8295}"/>
              </a:ext>
            </a:extLst>
          </p:cNvPr>
          <p:cNvCxnSpPr>
            <a:cxnSpLocks/>
            <a:stCxn id="283" idx="6"/>
            <a:endCxn id="298" idx="2"/>
          </p:cNvCxnSpPr>
          <p:nvPr/>
        </p:nvCxnSpPr>
        <p:spPr>
          <a:xfrm flipV="1">
            <a:off x="8983357" y="4693464"/>
            <a:ext cx="358848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9B117349-AD5C-7E4A-17D5-02AB58B52AE0}"/>
              </a:ext>
            </a:extLst>
          </p:cNvPr>
          <p:cNvCxnSpPr>
            <a:cxnSpLocks/>
            <a:stCxn id="282" idx="6"/>
            <a:endCxn id="299" idx="2"/>
          </p:cNvCxnSpPr>
          <p:nvPr/>
        </p:nvCxnSpPr>
        <p:spPr>
          <a:xfrm>
            <a:off x="8983359" y="4892189"/>
            <a:ext cx="358847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FC7E0124-E0A6-F6B7-8E3F-4F5D6B4B3642}"/>
              </a:ext>
            </a:extLst>
          </p:cNvPr>
          <p:cNvCxnSpPr>
            <a:cxnSpLocks/>
            <a:stCxn id="293" idx="6"/>
            <a:endCxn id="299" idx="2"/>
          </p:cNvCxnSpPr>
          <p:nvPr/>
        </p:nvCxnSpPr>
        <p:spPr>
          <a:xfrm>
            <a:off x="8983359" y="4139521"/>
            <a:ext cx="358847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F467C9B5-2D22-6F5A-FAF8-E18F6AF33769}"/>
              </a:ext>
            </a:extLst>
          </p:cNvPr>
          <p:cNvCxnSpPr>
            <a:cxnSpLocks/>
            <a:stCxn id="281" idx="6"/>
            <a:endCxn id="299" idx="2"/>
          </p:cNvCxnSpPr>
          <p:nvPr/>
        </p:nvCxnSpPr>
        <p:spPr>
          <a:xfrm>
            <a:off x="8983359" y="4515855"/>
            <a:ext cx="358847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AE189EF0-AFFC-6E70-4949-2AC127EF9A08}"/>
              </a:ext>
            </a:extLst>
          </p:cNvPr>
          <p:cNvCxnSpPr>
            <a:cxnSpLocks/>
            <a:stCxn id="283" idx="6"/>
            <a:endCxn id="299" idx="2"/>
          </p:cNvCxnSpPr>
          <p:nvPr/>
        </p:nvCxnSpPr>
        <p:spPr>
          <a:xfrm flipV="1">
            <a:off x="8983357" y="5068268"/>
            <a:ext cx="358848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Arrow Connector 308">
            <a:extLst>
              <a:ext uri="{FF2B5EF4-FFF2-40B4-BE49-F238E27FC236}">
                <a16:creationId xmlns:a16="http://schemas.microsoft.com/office/drawing/2014/main" id="{7CB357E0-8E0A-AB54-F669-6152DB250C4C}"/>
              </a:ext>
            </a:extLst>
          </p:cNvPr>
          <p:cNvCxnSpPr>
            <a:cxnSpLocks/>
            <a:stCxn id="281" idx="6"/>
            <a:endCxn id="298" idx="2"/>
          </p:cNvCxnSpPr>
          <p:nvPr/>
        </p:nvCxnSpPr>
        <p:spPr>
          <a:xfrm>
            <a:off x="8983359" y="4515856"/>
            <a:ext cx="358847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Arrow Connector 309">
            <a:extLst>
              <a:ext uri="{FF2B5EF4-FFF2-40B4-BE49-F238E27FC236}">
                <a16:creationId xmlns:a16="http://schemas.microsoft.com/office/drawing/2014/main" id="{51A68A3E-1402-0647-EB07-55B1DE95D494}"/>
              </a:ext>
            </a:extLst>
          </p:cNvPr>
          <p:cNvCxnSpPr>
            <a:cxnSpLocks/>
            <a:stCxn id="282" idx="6"/>
            <a:endCxn id="298" idx="2"/>
          </p:cNvCxnSpPr>
          <p:nvPr/>
        </p:nvCxnSpPr>
        <p:spPr>
          <a:xfrm flipV="1">
            <a:off x="8983359" y="4693465"/>
            <a:ext cx="358847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7A4DED07-7FB2-2637-3144-EB2B9A55485F}"/>
              </a:ext>
            </a:extLst>
          </p:cNvPr>
          <p:cNvCxnSpPr>
            <a:cxnSpLocks/>
            <a:stCxn id="293" idx="6"/>
            <a:endCxn id="298" idx="2"/>
          </p:cNvCxnSpPr>
          <p:nvPr/>
        </p:nvCxnSpPr>
        <p:spPr>
          <a:xfrm>
            <a:off x="8983359" y="4139522"/>
            <a:ext cx="358847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5" name="Picture 314">
            <a:extLst>
              <a:ext uri="{FF2B5EF4-FFF2-40B4-BE49-F238E27FC236}">
                <a16:creationId xmlns:a16="http://schemas.microsoft.com/office/drawing/2014/main" id="{8C96D66D-21C9-F81D-7C29-C03233096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097" y="4463994"/>
            <a:ext cx="3277193" cy="556504"/>
          </a:xfrm>
          <a:prstGeom prst="rect">
            <a:avLst/>
          </a:prstGeom>
        </p:spPr>
      </p:pic>
      <p:pic>
        <p:nvPicPr>
          <p:cNvPr id="317" name="Picture 316">
            <a:extLst>
              <a:ext uri="{FF2B5EF4-FFF2-40B4-BE49-F238E27FC236}">
                <a16:creationId xmlns:a16="http://schemas.microsoft.com/office/drawing/2014/main" id="{1362BD76-75FD-338C-A743-D118B00984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035"/>
          <a:stretch>
            <a:fillRect/>
          </a:stretch>
        </p:blipFill>
        <p:spPr>
          <a:xfrm>
            <a:off x="6247155" y="3595687"/>
            <a:ext cx="623093" cy="294900"/>
          </a:xfrm>
          <a:prstGeom prst="rect">
            <a:avLst/>
          </a:prstGeom>
        </p:spPr>
      </p:pic>
      <p:pic>
        <p:nvPicPr>
          <p:cNvPr id="319" name="Picture 318">
            <a:extLst>
              <a:ext uri="{FF2B5EF4-FFF2-40B4-BE49-F238E27FC236}">
                <a16:creationId xmlns:a16="http://schemas.microsoft.com/office/drawing/2014/main" id="{104C0190-21FA-DB17-8213-75E9E2397B6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b="2631"/>
          <a:stretch>
            <a:fillRect/>
          </a:stretch>
        </p:blipFill>
        <p:spPr>
          <a:xfrm>
            <a:off x="8508286" y="3609420"/>
            <a:ext cx="648094" cy="311422"/>
          </a:xfrm>
          <a:prstGeom prst="rect">
            <a:avLst/>
          </a:prstGeom>
        </p:spPr>
      </p:pic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F0E02D61-23F8-93AC-6C9B-E28E4252A352}"/>
              </a:ext>
            </a:extLst>
          </p:cNvPr>
          <p:cNvCxnSpPr>
            <a:cxnSpLocks/>
          </p:cNvCxnSpPr>
          <p:nvPr/>
        </p:nvCxnSpPr>
        <p:spPr>
          <a:xfrm>
            <a:off x="5869290" y="4309249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FF02AC4B-A891-0AAE-F5A1-D8907DF33A53}"/>
              </a:ext>
            </a:extLst>
          </p:cNvPr>
          <p:cNvCxnSpPr>
            <a:cxnSpLocks/>
          </p:cNvCxnSpPr>
          <p:nvPr/>
        </p:nvCxnSpPr>
        <p:spPr>
          <a:xfrm>
            <a:off x="5869290" y="4690249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649AF8D8-7865-316D-FD51-DEBC27547607}"/>
              </a:ext>
            </a:extLst>
          </p:cNvPr>
          <p:cNvCxnSpPr>
            <a:cxnSpLocks/>
          </p:cNvCxnSpPr>
          <p:nvPr/>
        </p:nvCxnSpPr>
        <p:spPr>
          <a:xfrm>
            <a:off x="5869290" y="5071252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Left Brace 323">
            <a:extLst>
              <a:ext uri="{FF2B5EF4-FFF2-40B4-BE49-F238E27FC236}">
                <a16:creationId xmlns:a16="http://schemas.microsoft.com/office/drawing/2014/main" id="{C2E1ACAC-D1FC-8B3F-92EB-EC8B5F95F861}"/>
              </a:ext>
            </a:extLst>
          </p:cNvPr>
          <p:cNvSpPr/>
          <p:nvPr/>
        </p:nvSpPr>
        <p:spPr>
          <a:xfrm>
            <a:off x="5601541" y="4209236"/>
            <a:ext cx="241461" cy="97155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6" name="Picture 325">
            <a:extLst>
              <a:ext uri="{FF2B5EF4-FFF2-40B4-BE49-F238E27FC236}">
                <a16:creationId xmlns:a16="http://schemas.microsoft.com/office/drawing/2014/main" id="{7104A978-A41C-D277-C0D7-0824AC4C86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9566" y="4652932"/>
            <a:ext cx="177800" cy="152400"/>
          </a:xfrm>
          <a:prstGeom prst="rect">
            <a:avLst/>
          </a:prstGeom>
        </p:spPr>
      </p:pic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171CC6A7-4D2D-74E5-1DD4-A41D0472282E}"/>
              </a:ext>
            </a:extLst>
          </p:cNvPr>
          <p:cNvCxnSpPr>
            <a:cxnSpLocks/>
          </p:cNvCxnSpPr>
          <p:nvPr/>
        </p:nvCxnSpPr>
        <p:spPr>
          <a:xfrm>
            <a:off x="8081550" y="4297595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24F8735F-8CA4-C314-B905-C2E4FFFF843D}"/>
              </a:ext>
            </a:extLst>
          </p:cNvPr>
          <p:cNvCxnSpPr>
            <a:cxnSpLocks/>
          </p:cNvCxnSpPr>
          <p:nvPr/>
        </p:nvCxnSpPr>
        <p:spPr>
          <a:xfrm>
            <a:off x="8081550" y="4678595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F4A1AF52-792B-10EE-E6EA-01A3F5BC41EB}"/>
              </a:ext>
            </a:extLst>
          </p:cNvPr>
          <p:cNvCxnSpPr>
            <a:cxnSpLocks/>
          </p:cNvCxnSpPr>
          <p:nvPr/>
        </p:nvCxnSpPr>
        <p:spPr>
          <a:xfrm>
            <a:off x="8081550" y="5059598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Left Brace 339">
            <a:extLst>
              <a:ext uri="{FF2B5EF4-FFF2-40B4-BE49-F238E27FC236}">
                <a16:creationId xmlns:a16="http://schemas.microsoft.com/office/drawing/2014/main" id="{4D676FE9-66E4-8A31-2FEB-5D9D15A13FDC}"/>
              </a:ext>
            </a:extLst>
          </p:cNvPr>
          <p:cNvSpPr/>
          <p:nvPr/>
        </p:nvSpPr>
        <p:spPr>
          <a:xfrm>
            <a:off x="7813801" y="4197582"/>
            <a:ext cx="241461" cy="97155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1" name="Picture 340">
            <a:extLst>
              <a:ext uri="{FF2B5EF4-FFF2-40B4-BE49-F238E27FC236}">
                <a16:creationId xmlns:a16="http://schemas.microsoft.com/office/drawing/2014/main" id="{9D7DEE43-D1F2-DB60-1FE7-07E12A835A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1826" y="4641278"/>
            <a:ext cx="177800" cy="152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5392C85F-26FC-9591-D72E-8B1C77081EB0}"/>
                  </a:ext>
                </a:extLst>
              </p:cNvPr>
              <p:cNvSpPr txBox="1"/>
              <p:nvPr/>
            </p:nvSpPr>
            <p:spPr>
              <a:xfrm>
                <a:off x="897368" y="3472371"/>
                <a:ext cx="371683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i="1" dirty="0"/>
                  <a:t>Activation Similarity</a:t>
                </a:r>
              </a:p>
            </p:txBody>
          </p:sp>
        </mc:Choice>
        <mc:Fallback xmlns="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5392C85F-26FC-9591-D72E-8B1C77081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68" y="3472371"/>
                <a:ext cx="3716838" cy="461665"/>
              </a:xfrm>
              <a:prstGeom prst="rect">
                <a:avLst/>
              </a:prstGeom>
              <a:blipFill>
                <a:blip r:embed="rId10"/>
                <a:stretch>
                  <a:fillRect l="-2721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7" name="Picture 346">
            <a:extLst>
              <a:ext uri="{FF2B5EF4-FFF2-40B4-BE49-F238E27FC236}">
                <a16:creationId xmlns:a16="http://schemas.microsoft.com/office/drawing/2014/main" id="{EE0624D6-63F8-0B56-9441-BD5C27ECD9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69" t="-1525" r="33594"/>
          <a:stretch>
            <a:fillRect/>
          </a:stretch>
        </p:blipFill>
        <p:spPr>
          <a:xfrm>
            <a:off x="9908711" y="4383151"/>
            <a:ext cx="285750" cy="559665"/>
          </a:xfrm>
          <a:prstGeom prst="rect">
            <a:avLst/>
          </a:prstGeom>
        </p:spPr>
      </p:pic>
      <p:pic>
        <p:nvPicPr>
          <p:cNvPr id="350" name="Picture 349">
            <a:extLst>
              <a:ext uri="{FF2B5EF4-FFF2-40B4-BE49-F238E27FC236}">
                <a16:creationId xmlns:a16="http://schemas.microsoft.com/office/drawing/2014/main" id="{28BA9326-5CFB-7522-C462-1791B93F85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68000" y="4536142"/>
            <a:ext cx="558800" cy="317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09C3FCC3-7C16-7653-5CDB-594723DB08D0}"/>
                  </a:ext>
                </a:extLst>
              </p:cNvPr>
              <p:cNvSpPr txBox="1"/>
              <p:nvPr/>
            </p:nvSpPr>
            <p:spPr>
              <a:xfrm>
                <a:off x="912967" y="5836688"/>
                <a:ext cx="371683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i="1" dirty="0"/>
                  <a:t>Tensor Similarity</a:t>
                </a:r>
              </a:p>
            </p:txBody>
          </p:sp>
        </mc:Choice>
        <mc:Fallback xmlns=""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09C3FCC3-7C16-7653-5CDB-594723DB0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967" y="5836688"/>
                <a:ext cx="3716838" cy="461665"/>
              </a:xfrm>
              <a:prstGeom prst="rect">
                <a:avLst/>
              </a:prstGeom>
              <a:blipFill>
                <a:blip r:embed="rId12"/>
                <a:stretch>
                  <a:fillRect l="-2730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7" name="Picture 356">
            <a:extLst>
              <a:ext uri="{FF2B5EF4-FFF2-40B4-BE49-F238E27FC236}">
                <a16:creationId xmlns:a16="http://schemas.microsoft.com/office/drawing/2014/main" id="{F9359B78-F67E-540B-E144-2AFFFDA58C9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11518" r="43190"/>
          <a:stretch>
            <a:fillRect/>
          </a:stretch>
        </p:blipFill>
        <p:spPr>
          <a:xfrm>
            <a:off x="852870" y="6935431"/>
            <a:ext cx="1731581" cy="651484"/>
          </a:xfrm>
          <a:prstGeom prst="rect">
            <a:avLst/>
          </a:prstGeom>
        </p:spPr>
      </p:pic>
      <p:pic>
        <p:nvPicPr>
          <p:cNvPr id="392" name="Picture 391">
            <a:extLst>
              <a:ext uri="{FF2B5EF4-FFF2-40B4-BE49-F238E27FC236}">
                <a16:creationId xmlns:a16="http://schemas.microsoft.com/office/drawing/2014/main" id="{2AE9690C-417B-8AC4-8E66-2234418D8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017" y="6264495"/>
            <a:ext cx="241449" cy="278595"/>
          </a:xfrm>
          <a:prstGeom prst="rect">
            <a:avLst/>
          </a:prstGeom>
        </p:spPr>
      </p:pic>
      <p:pic>
        <p:nvPicPr>
          <p:cNvPr id="393" name="Picture 392">
            <a:extLst>
              <a:ext uri="{FF2B5EF4-FFF2-40B4-BE49-F238E27FC236}">
                <a16:creationId xmlns:a16="http://schemas.microsoft.com/office/drawing/2014/main" id="{6D89176E-F6F0-06D4-F0B2-3DE414B56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5297" y="6132467"/>
            <a:ext cx="293671" cy="367089"/>
          </a:xfrm>
          <a:prstGeom prst="rect">
            <a:avLst/>
          </a:prstGeom>
        </p:spPr>
      </p:pic>
      <p:pic>
        <p:nvPicPr>
          <p:cNvPr id="394" name="Picture 393">
            <a:extLst>
              <a:ext uri="{FF2B5EF4-FFF2-40B4-BE49-F238E27FC236}">
                <a16:creationId xmlns:a16="http://schemas.microsoft.com/office/drawing/2014/main" id="{E9C29BC7-DFFE-068A-30C4-FDB0584213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69" t="-1525" r="33594"/>
          <a:stretch>
            <a:fillRect/>
          </a:stretch>
        </p:blipFill>
        <p:spPr>
          <a:xfrm>
            <a:off x="4315160" y="6970994"/>
            <a:ext cx="285750" cy="559665"/>
          </a:xfrm>
          <a:prstGeom prst="rect">
            <a:avLst/>
          </a:prstGeom>
        </p:spPr>
      </p:pic>
      <p:sp>
        <p:nvSpPr>
          <p:cNvPr id="396" name="Double Bracket 395">
            <a:extLst>
              <a:ext uri="{FF2B5EF4-FFF2-40B4-BE49-F238E27FC236}">
                <a16:creationId xmlns:a16="http://schemas.microsoft.com/office/drawing/2014/main" id="{F594A05E-1CFA-A0A5-0478-95C698BB1F9A}"/>
              </a:ext>
            </a:extLst>
          </p:cNvPr>
          <p:cNvSpPr/>
          <p:nvPr/>
        </p:nvSpPr>
        <p:spPr>
          <a:xfrm>
            <a:off x="5341937" y="6607018"/>
            <a:ext cx="4443413" cy="128179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3" name="Picture 432">
            <a:extLst>
              <a:ext uri="{FF2B5EF4-FFF2-40B4-BE49-F238E27FC236}">
                <a16:creationId xmlns:a16="http://schemas.microsoft.com/office/drawing/2014/main" id="{AB0D5811-BAAC-714F-E155-9A87EA6D1AC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35970" y="1539016"/>
            <a:ext cx="575299" cy="328742"/>
          </a:xfrm>
          <a:prstGeom prst="rect">
            <a:avLst/>
          </a:prstGeom>
        </p:spPr>
      </p:pic>
      <p:pic>
        <p:nvPicPr>
          <p:cNvPr id="435" name="Picture 434">
            <a:extLst>
              <a:ext uri="{FF2B5EF4-FFF2-40B4-BE49-F238E27FC236}">
                <a16:creationId xmlns:a16="http://schemas.microsoft.com/office/drawing/2014/main" id="{7F6E81C7-CB30-B153-D069-EB1A73B1C08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726241" y="2920065"/>
            <a:ext cx="533904" cy="355936"/>
          </a:xfrm>
          <a:prstGeom prst="rect">
            <a:avLst/>
          </a:prstGeom>
        </p:spPr>
      </p:pic>
      <p:pic>
        <p:nvPicPr>
          <p:cNvPr id="437" name="Picture 436">
            <a:extLst>
              <a:ext uri="{FF2B5EF4-FFF2-40B4-BE49-F238E27FC236}">
                <a16:creationId xmlns:a16="http://schemas.microsoft.com/office/drawing/2014/main" id="{86687C09-01C5-AD07-E418-CDFC6ABD541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871325" y="3801214"/>
            <a:ext cx="720724" cy="398518"/>
          </a:xfrm>
          <a:prstGeom prst="rect">
            <a:avLst/>
          </a:prstGeom>
        </p:spPr>
      </p:pic>
      <p:pic>
        <p:nvPicPr>
          <p:cNvPr id="439" name="Picture 438">
            <a:extLst>
              <a:ext uri="{FF2B5EF4-FFF2-40B4-BE49-F238E27FC236}">
                <a16:creationId xmlns:a16="http://schemas.microsoft.com/office/drawing/2014/main" id="{67C9B6D9-E063-9EFC-5EDD-122C9AF5B28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60724" y="5242720"/>
            <a:ext cx="763478" cy="3730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59E2B87E-B7F1-880B-6CAC-EA1673DB8516}"/>
                  </a:ext>
                </a:extLst>
              </p:cNvPr>
              <p:cNvSpPr txBox="1"/>
              <p:nvPr/>
            </p:nvSpPr>
            <p:spPr>
              <a:xfrm>
                <a:off x="7321714" y="7469216"/>
                <a:ext cx="3862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59E2B87E-B7F1-880B-6CAC-EA1673DB8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714" y="7469216"/>
                <a:ext cx="386276" cy="584775"/>
              </a:xfrm>
              <a:prstGeom prst="rect">
                <a:avLst/>
              </a:prstGeom>
              <a:blipFill>
                <a:blip r:embed="rId18"/>
                <a:stretch>
                  <a:fillRect t="-14894" r="-48387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2" name="Picture 441">
            <a:extLst>
              <a:ext uri="{FF2B5EF4-FFF2-40B4-BE49-F238E27FC236}">
                <a16:creationId xmlns:a16="http://schemas.microsoft.com/office/drawing/2014/main" id="{E135F147-DABE-29BB-100E-ECABF32496E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14206" y="7046869"/>
            <a:ext cx="635000" cy="393700"/>
          </a:xfrm>
          <a:prstGeom prst="rect">
            <a:avLst/>
          </a:prstGeom>
        </p:spPr>
      </p:pic>
      <p:pic>
        <p:nvPicPr>
          <p:cNvPr id="445" name="Picture 444">
            <a:extLst>
              <a:ext uri="{FF2B5EF4-FFF2-40B4-BE49-F238E27FC236}">
                <a16:creationId xmlns:a16="http://schemas.microsoft.com/office/drawing/2014/main" id="{51851C44-47B3-4AEB-AFA5-AE587586F86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83350" y="1239110"/>
            <a:ext cx="787611" cy="348207"/>
          </a:xfrm>
          <a:prstGeom prst="rect">
            <a:avLst/>
          </a:prstGeom>
        </p:spPr>
      </p:pic>
      <p:pic>
        <p:nvPicPr>
          <p:cNvPr id="447" name="Picture 446">
            <a:extLst>
              <a:ext uri="{FF2B5EF4-FFF2-40B4-BE49-F238E27FC236}">
                <a16:creationId xmlns:a16="http://schemas.microsoft.com/office/drawing/2014/main" id="{871B3D67-CF2E-DEBD-268A-70B99B20814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39463" y="3580590"/>
            <a:ext cx="860425" cy="289049"/>
          </a:xfrm>
          <a:prstGeom prst="rect">
            <a:avLst/>
          </a:prstGeom>
        </p:spPr>
      </p:pic>
      <p:sp>
        <p:nvSpPr>
          <p:cNvPr id="448" name="Rounded Rectangle 447">
            <a:extLst>
              <a:ext uri="{FF2B5EF4-FFF2-40B4-BE49-F238E27FC236}">
                <a16:creationId xmlns:a16="http://schemas.microsoft.com/office/drawing/2014/main" id="{EA7E345B-3B37-DF78-BC6D-B79CFD574622}"/>
              </a:ext>
            </a:extLst>
          </p:cNvPr>
          <p:cNvSpPr/>
          <p:nvPr/>
        </p:nvSpPr>
        <p:spPr>
          <a:xfrm>
            <a:off x="6903636" y="7073914"/>
            <a:ext cx="557121" cy="37633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85B337E0-46FA-5E2B-FF8F-3E050B197D21}"/>
              </a:ext>
            </a:extLst>
          </p:cNvPr>
          <p:cNvCxnSpPr>
            <a:cxnSpLocks/>
            <a:stCxn id="448" idx="0"/>
          </p:cNvCxnSpPr>
          <p:nvPr/>
        </p:nvCxnSpPr>
        <p:spPr>
          <a:xfrm flipV="1">
            <a:off x="7182196" y="6842919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D886CA19-DD98-0286-9091-316E9995912D}"/>
              </a:ext>
            </a:extLst>
          </p:cNvPr>
          <p:cNvCxnSpPr>
            <a:cxnSpLocks/>
          </p:cNvCxnSpPr>
          <p:nvPr/>
        </p:nvCxnSpPr>
        <p:spPr>
          <a:xfrm flipV="1">
            <a:off x="7010644" y="7450628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831159A9-6AC2-FF70-5105-C1159A41DF83}"/>
              </a:ext>
            </a:extLst>
          </p:cNvPr>
          <p:cNvCxnSpPr>
            <a:cxnSpLocks/>
          </p:cNvCxnSpPr>
          <p:nvPr/>
        </p:nvCxnSpPr>
        <p:spPr>
          <a:xfrm flipV="1">
            <a:off x="7381319" y="7460156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TextBox 458">
            <a:extLst>
              <a:ext uri="{FF2B5EF4-FFF2-40B4-BE49-F238E27FC236}">
                <a16:creationId xmlns:a16="http://schemas.microsoft.com/office/drawing/2014/main" id="{0912DA76-C38C-F786-EDE0-E603F16C899A}"/>
              </a:ext>
            </a:extLst>
          </p:cNvPr>
          <p:cNvSpPr txBox="1"/>
          <p:nvPr/>
        </p:nvSpPr>
        <p:spPr>
          <a:xfrm>
            <a:off x="7035393" y="7313122"/>
            <a:ext cx="326116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472" name="Picture 471">
            <a:extLst>
              <a:ext uri="{FF2B5EF4-FFF2-40B4-BE49-F238E27FC236}">
                <a16:creationId xmlns:a16="http://schemas.microsoft.com/office/drawing/2014/main" id="{81A6D7B8-2FCE-1B0D-BACF-3351C14C07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69" t="-1525" r="33594"/>
          <a:stretch>
            <a:fillRect/>
          </a:stretch>
        </p:blipFill>
        <p:spPr>
          <a:xfrm>
            <a:off x="9918236" y="7012051"/>
            <a:ext cx="285750" cy="559665"/>
          </a:xfrm>
          <a:prstGeom prst="rect">
            <a:avLst/>
          </a:prstGeom>
        </p:spPr>
      </p:pic>
      <p:pic>
        <p:nvPicPr>
          <p:cNvPr id="587" name="Picture 586">
            <a:extLst>
              <a:ext uri="{FF2B5EF4-FFF2-40B4-BE49-F238E27FC236}">
                <a16:creationId xmlns:a16="http://schemas.microsoft.com/office/drawing/2014/main" id="{3C7A7B54-4482-AEFE-9554-E4461AABE2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56" t="10485" r="-1090" b="-1525"/>
          <a:stretch>
            <a:fillRect/>
          </a:stretch>
        </p:blipFill>
        <p:spPr>
          <a:xfrm>
            <a:off x="3072144" y="2025823"/>
            <a:ext cx="874128" cy="606690"/>
          </a:xfrm>
          <a:prstGeom prst="rect">
            <a:avLst/>
          </a:prstGeom>
        </p:spPr>
      </p:pic>
      <p:pic>
        <p:nvPicPr>
          <p:cNvPr id="588" name="Picture 587">
            <a:extLst>
              <a:ext uri="{FF2B5EF4-FFF2-40B4-BE49-F238E27FC236}">
                <a16:creationId xmlns:a16="http://schemas.microsoft.com/office/drawing/2014/main" id="{95F1B891-61A0-25D9-F2FE-F2A5ABEE863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55560" t="-11518"/>
          <a:stretch>
            <a:fillRect/>
          </a:stretch>
        </p:blipFill>
        <p:spPr>
          <a:xfrm>
            <a:off x="2784364" y="6902094"/>
            <a:ext cx="1354519" cy="651484"/>
          </a:xfrm>
          <a:prstGeom prst="rect">
            <a:avLst/>
          </a:prstGeom>
        </p:spPr>
      </p:pic>
      <p:sp>
        <p:nvSpPr>
          <p:cNvPr id="593" name="Oval 592">
            <a:extLst>
              <a:ext uri="{FF2B5EF4-FFF2-40B4-BE49-F238E27FC236}">
                <a16:creationId xmlns:a16="http://schemas.microsoft.com/office/drawing/2014/main" id="{AA9E0658-2D97-885C-3B3C-8D64C507B640}"/>
              </a:ext>
            </a:extLst>
          </p:cNvPr>
          <p:cNvSpPr/>
          <p:nvPr/>
        </p:nvSpPr>
        <p:spPr>
          <a:xfrm>
            <a:off x="5463894" y="684156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4" name="Oval 593">
            <a:extLst>
              <a:ext uri="{FF2B5EF4-FFF2-40B4-BE49-F238E27FC236}">
                <a16:creationId xmlns:a16="http://schemas.microsoft.com/office/drawing/2014/main" id="{53BD90B0-BC16-604B-B2F7-16B37E294D3D}"/>
              </a:ext>
            </a:extLst>
          </p:cNvPr>
          <p:cNvSpPr/>
          <p:nvPr/>
        </p:nvSpPr>
        <p:spPr>
          <a:xfrm>
            <a:off x="5463894" y="721636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5" name="Oval 594">
            <a:extLst>
              <a:ext uri="{FF2B5EF4-FFF2-40B4-BE49-F238E27FC236}">
                <a16:creationId xmlns:a16="http://schemas.microsoft.com/office/drawing/2014/main" id="{3AD2B101-1F65-ADA4-1786-9B09A1B60600}"/>
              </a:ext>
            </a:extLst>
          </p:cNvPr>
          <p:cNvSpPr/>
          <p:nvPr/>
        </p:nvSpPr>
        <p:spPr>
          <a:xfrm>
            <a:off x="5463894" y="759117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6" name="Oval 595">
            <a:extLst>
              <a:ext uri="{FF2B5EF4-FFF2-40B4-BE49-F238E27FC236}">
                <a16:creationId xmlns:a16="http://schemas.microsoft.com/office/drawing/2014/main" id="{BECA5904-328F-8077-ABF5-7ED8B4CBFBA0}"/>
              </a:ext>
            </a:extLst>
          </p:cNvPr>
          <p:cNvSpPr/>
          <p:nvPr/>
        </p:nvSpPr>
        <p:spPr>
          <a:xfrm>
            <a:off x="5946817" y="7038760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7" name="Oval 596">
            <a:extLst>
              <a:ext uri="{FF2B5EF4-FFF2-40B4-BE49-F238E27FC236}">
                <a16:creationId xmlns:a16="http://schemas.microsoft.com/office/drawing/2014/main" id="{BDEC3D14-2E67-62A1-6B83-8663828D1C87}"/>
              </a:ext>
            </a:extLst>
          </p:cNvPr>
          <p:cNvSpPr/>
          <p:nvPr/>
        </p:nvSpPr>
        <p:spPr>
          <a:xfrm>
            <a:off x="5946817" y="741509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Oval 597">
            <a:extLst>
              <a:ext uri="{FF2B5EF4-FFF2-40B4-BE49-F238E27FC236}">
                <a16:creationId xmlns:a16="http://schemas.microsoft.com/office/drawing/2014/main" id="{D61FDB10-363D-F467-0445-1F4F9F0BE1E8}"/>
              </a:ext>
            </a:extLst>
          </p:cNvPr>
          <p:cNvSpPr/>
          <p:nvPr/>
        </p:nvSpPr>
        <p:spPr>
          <a:xfrm>
            <a:off x="5946816" y="779142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9" name="Straight Arrow Connector 598">
            <a:extLst>
              <a:ext uri="{FF2B5EF4-FFF2-40B4-BE49-F238E27FC236}">
                <a16:creationId xmlns:a16="http://schemas.microsoft.com/office/drawing/2014/main" id="{B4406E83-3F05-559E-A846-D8416329915D}"/>
              </a:ext>
            </a:extLst>
          </p:cNvPr>
          <p:cNvCxnSpPr>
            <a:cxnSpLocks/>
            <a:stCxn id="593" idx="6"/>
            <a:endCxn id="596" idx="2"/>
          </p:cNvCxnSpPr>
          <p:nvPr/>
        </p:nvCxnSpPr>
        <p:spPr>
          <a:xfrm>
            <a:off x="5587970" y="6903604"/>
            <a:ext cx="358846" cy="19719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Arrow Connector 599">
            <a:extLst>
              <a:ext uri="{FF2B5EF4-FFF2-40B4-BE49-F238E27FC236}">
                <a16:creationId xmlns:a16="http://schemas.microsoft.com/office/drawing/2014/main" id="{B7BE063D-6821-0AFF-17FC-CDE75A596837}"/>
              </a:ext>
            </a:extLst>
          </p:cNvPr>
          <p:cNvCxnSpPr>
            <a:cxnSpLocks/>
            <a:stCxn id="593" idx="6"/>
            <a:endCxn id="597" idx="2"/>
          </p:cNvCxnSpPr>
          <p:nvPr/>
        </p:nvCxnSpPr>
        <p:spPr>
          <a:xfrm>
            <a:off x="5587970" y="6903604"/>
            <a:ext cx="358846" cy="57352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Arrow Connector 600">
            <a:extLst>
              <a:ext uri="{FF2B5EF4-FFF2-40B4-BE49-F238E27FC236}">
                <a16:creationId xmlns:a16="http://schemas.microsoft.com/office/drawing/2014/main" id="{37124422-8F93-98BA-06DA-8B1F4EA26A2F}"/>
              </a:ext>
            </a:extLst>
          </p:cNvPr>
          <p:cNvCxnSpPr>
            <a:cxnSpLocks/>
            <a:stCxn id="593" idx="6"/>
            <a:endCxn id="598" idx="2"/>
          </p:cNvCxnSpPr>
          <p:nvPr/>
        </p:nvCxnSpPr>
        <p:spPr>
          <a:xfrm>
            <a:off x="5587971" y="6903605"/>
            <a:ext cx="358845" cy="94986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Arrow Connector 601">
            <a:extLst>
              <a:ext uri="{FF2B5EF4-FFF2-40B4-BE49-F238E27FC236}">
                <a16:creationId xmlns:a16="http://schemas.microsoft.com/office/drawing/2014/main" id="{70C1ECD9-BF95-A0B5-E66F-10AD142B25E8}"/>
              </a:ext>
            </a:extLst>
          </p:cNvPr>
          <p:cNvCxnSpPr>
            <a:cxnSpLocks/>
            <a:stCxn id="594" idx="6"/>
            <a:endCxn id="596" idx="2"/>
          </p:cNvCxnSpPr>
          <p:nvPr/>
        </p:nvCxnSpPr>
        <p:spPr>
          <a:xfrm flipV="1">
            <a:off x="5587970" y="7100799"/>
            <a:ext cx="358846" cy="177609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0F0FDF70-1B48-B6C6-6721-706E0CA9A593}"/>
              </a:ext>
            </a:extLst>
          </p:cNvPr>
          <p:cNvCxnSpPr>
            <a:cxnSpLocks/>
            <a:stCxn id="594" idx="6"/>
            <a:endCxn id="597" idx="2"/>
          </p:cNvCxnSpPr>
          <p:nvPr/>
        </p:nvCxnSpPr>
        <p:spPr>
          <a:xfrm>
            <a:off x="5587970" y="7278408"/>
            <a:ext cx="358846" cy="198725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Straight Arrow Connector 603">
            <a:extLst>
              <a:ext uri="{FF2B5EF4-FFF2-40B4-BE49-F238E27FC236}">
                <a16:creationId xmlns:a16="http://schemas.microsoft.com/office/drawing/2014/main" id="{06A58390-0740-3536-5904-132B094B99EE}"/>
              </a:ext>
            </a:extLst>
          </p:cNvPr>
          <p:cNvCxnSpPr>
            <a:cxnSpLocks/>
            <a:stCxn id="595" idx="6"/>
            <a:endCxn id="598" idx="2"/>
          </p:cNvCxnSpPr>
          <p:nvPr/>
        </p:nvCxnSpPr>
        <p:spPr>
          <a:xfrm>
            <a:off x="5587971" y="7653211"/>
            <a:ext cx="358845" cy="20025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Arrow Connector 604">
            <a:extLst>
              <a:ext uri="{FF2B5EF4-FFF2-40B4-BE49-F238E27FC236}">
                <a16:creationId xmlns:a16="http://schemas.microsoft.com/office/drawing/2014/main" id="{2A3F8723-2B29-0E6C-6E3D-1F5F8EE9B1BE}"/>
              </a:ext>
            </a:extLst>
          </p:cNvPr>
          <p:cNvCxnSpPr>
            <a:cxnSpLocks/>
            <a:stCxn id="594" idx="6"/>
            <a:endCxn id="598" idx="2"/>
          </p:cNvCxnSpPr>
          <p:nvPr/>
        </p:nvCxnSpPr>
        <p:spPr>
          <a:xfrm>
            <a:off x="5587971" y="7278407"/>
            <a:ext cx="358845" cy="5750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Arrow Connector 605">
            <a:extLst>
              <a:ext uri="{FF2B5EF4-FFF2-40B4-BE49-F238E27FC236}">
                <a16:creationId xmlns:a16="http://schemas.microsoft.com/office/drawing/2014/main" id="{C477DEF5-CEFA-475C-72F2-590096624387}"/>
              </a:ext>
            </a:extLst>
          </p:cNvPr>
          <p:cNvCxnSpPr>
            <a:cxnSpLocks/>
            <a:stCxn id="595" idx="6"/>
            <a:endCxn id="596" idx="2"/>
          </p:cNvCxnSpPr>
          <p:nvPr/>
        </p:nvCxnSpPr>
        <p:spPr>
          <a:xfrm flipV="1">
            <a:off x="5587970" y="7100798"/>
            <a:ext cx="358846" cy="55241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Arrow Connector 606">
            <a:extLst>
              <a:ext uri="{FF2B5EF4-FFF2-40B4-BE49-F238E27FC236}">
                <a16:creationId xmlns:a16="http://schemas.microsoft.com/office/drawing/2014/main" id="{9EB1CDC1-BE37-5900-DB51-C5537457F8CD}"/>
              </a:ext>
            </a:extLst>
          </p:cNvPr>
          <p:cNvCxnSpPr>
            <a:cxnSpLocks/>
            <a:stCxn id="595" idx="6"/>
            <a:endCxn id="597" idx="2"/>
          </p:cNvCxnSpPr>
          <p:nvPr/>
        </p:nvCxnSpPr>
        <p:spPr>
          <a:xfrm flipV="1">
            <a:off x="5587970" y="7477132"/>
            <a:ext cx="358846" cy="17607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Oval 607">
            <a:extLst>
              <a:ext uri="{FF2B5EF4-FFF2-40B4-BE49-F238E27FC236}">
                <a16:creationId xmlns:a16="http://schemas.microsoft.com/office/drawing/2014/main" id="{B95EFC0E-DB30-8621-820E-73B968C11907}"/>
              </a:ext>
            </a:extLst>
          </p:cNvPr>
          <p:cNvSpPr/>
          <p:nvPr/>
        </p:nvSpPr>
        <p:spPr>
          <a:xfrm>
            <a:off x="5946817" y="666242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9" name="Straight Arrow Connector 608">
            <a:extLst>
              <a:ext uri="{FF2B5EF4-FFF2-40B4-BE49-F238E27FC236}">
                <a16:creationId xmlns:a16="http://schemas.microsoft.com/office/drawing/2014/main" id="{9E740A5B-9D78-BF83-3AB4-265049B0CC85}"/>
              </a:ext>
            </a:extLst>
          </p:cNvPr>
          <p:cNvCxnSpPr>
            <a:cxnSpLocks/>
            <a:stCxn id="593" idx="6"/>
            <a:endCxn id="608" idx="2"/>
          </p:cNvCxnSpPr>
          <p:nvPr/>
        </p:nvCxnSpPr>
        <p:spPr>
          <a:xfrm flipV="1">
            <a:off x="5587970" y="6724464"/>
            <a:ext cx="358846" cy="17914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Straight Arrow Connector 609">
            <a:extLst>
              <a:ext uri="{FF2B5EF4-FFF2-40B4-BE49-F238E27FC236}">
                <a16:creationId xmlns:a16="http://schemas.microsoft.com/office/drawing/2014/main" id="{5068DB1C-F822-548D-28B6-1B75D8964869}"/>
              </a:ext>
            </a:extLst>
          </p:cNvPr>
          <p:cNvCxnSpPr>
            <a:cxnSpLocks/>
            <a:stCxn id="594" idx="6"/>
            <a:endCxn id="608" idx="2"/>
          </p:cNvCxnSpPr>
          <p:nvPr/>
        </p:nvCxnSpPr>
        <p:spPr>
          <a:xfrm flipV="1">
            <a:off x="5587970" y="6724465"/>
            <a:ext cx="358846" cy="55394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Arrow Connector 610">
            <a:extLst>
              <a:ext uri="{FF2B5EF4-FFF2-40B4-BE49-F238E27FC236}">
                <a16:creationId xmlns:a16="http://schemas.microsoft.com/office/drawing/2014/main" id="{F6ECAFEA-E3C1-9ED6-0DCA-D2C966957F1B}"/>
              </a:ext>
            </a:extLst>
          </p:cNvPr>
          <p:cNvCxnSpPr>
            <a:cxnSpLocks/>
            <a:stCxn id="595" idx="6"/>
            <a:endCxn id="608" idx="2"/>
          </p:cNvCxnSpPr>
          <p:nvPr/>
        </p:nvCxnSpPr>
        <p:spPr>
          <a:xfrm flipV="1">
            <a:off x="5587970" y="6724464"/>
            <a:ext cx="358846" cy="92874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2" name="Oval 611">
            <a:extLst>
              <a:ext uri="{FF2B5EF4-FFF2-40B4-BE49-F238E27FC236}">
                <a16:creationId xmlns:a16="http://schemas.microsoft.com/office/drawing/2014/main" id="{4C6FC534-2FC8-1EC4-AACF-29649D1FC606}"/>
              </a:ext>
            </a:extLst>
          </p:cNvPr>
          <p:cNvSpPr/>
          <p:nvPr/>
        </p:nvSpPr>
        <p:spPr>
          <a:xfrm>
            <a:off x="6429741" y="684156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3878849C-D651-CB6A-F66B-53B0A741A74E}"/>
              </a:ext>
            </a:extLst>
          </p:cNvPr>
          <p:cNvSpPr/>
          <p:nvPr/>
        </p:nvSpPr>
        <p:spPr>
          <a:xfrm>
            <a:off x="6429741" y="721636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Oval 613">
            <a:extLst>
              <a:ext uri="{FF2B5EF4-FFF2-40B4-BE49-F238E27FC236}">
                <a16:creationId xmlns:a16="http://schemas.microsoft.com/office/drawing/2014/main" id="{8578E674-B62A-B1D0-56B8-C5F6FCC52BC4}"/>
              </a:ext>
            </a:extLst>
          </p:cNvPr>
          <p:cNvSpPr/>
          <p:nvPr/>
        </p:nvSpPr>
        <p:spPr>
          <a:xfrm>
            <a:off x="6429741" y="759117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5" name="Straight Arrow Connector 614">
            <a:extLst>
              <a:ext uri="{FF2B5EF4-FFF2-40B4-BE49-F238E27FC236}">
                <a16:creationId xmlns:a16="http://schemas.microsoft.com/office/drawing/2014/main" id="{FFD79946-F0F0-E192-28AC-3C845C0FDACE}"/>
              </a:ext>
            </a:extLst>
          </p:cNvPr>
          <p:cNvCxnSpPr>
            <a:cxnSpLocks/>
            <a:stCxn id="608" idx="6"/>
            <a:endCxn id="612" idx="2"/>
          </p:cNvCxnSpPr>
          <p:nvPr/>
        </p:nvCxnSpPr>
        <p:spPr>
          <a:xfrm>
            <a:off x="6070894" y="6724464"/>
            <a:ext cx="358847" cy="17914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Arrow Connector 615">
            <a:extLst>
              <a:ext uri="{FF2B5EF4-FFF2-40B4-BE49-F238E27FC236}">
                <a16:creationId xmlns:a16="http://schemas.microsoft.com/office/drawing/2014/main" id="{ABB50738-9569-B849-2936-41429124F5C3}"/>
              </a:ext>
            </a:extLst>
          </p:cNvPr>
          <p:cNvCxnSpPr>
            <a:cxnSpLocks/>
            <a:stCxn id="596" idx="6"/>
            <a:endCxn id="612" idx="2"/>
          </p:cNvCxnSpPr>
          <p:nvPr/>
        </p:nvCxnSpPr>
        <p:spPr>
          <a:xfrm flipV="1">
            <a:off x="6070894" y="6903604"/>
            <a:ext cx="358847" cy="19719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38FB36EA-2CF1-E191-AD0D-C4DB86322B18}"/>
              </a:ext>
            </a:extLst>
          </p:cNvPr>
          <p:cNvCxnSpPr>
            <a:cxnSpLocks/>
            <a:stCxn id="597" idx="6"/>
            <a:endCxn id="612" idx="2"/>
          </p:cNvCxnSpPr>
          <p:nvPr/>
        </p:nvCxnSpPr>
        <p:spPr>
          <a:xfrm flipV="1">
            <a:off x="6070894" y="6903604"/>
            <a:ext cx="358847" cy="57352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Arrow Connector 617">
            <a:extLst>
              <a:ext uri="{FF2B5EF4-FFF2-40B4-BE49-F238E27FC236}">
                <a16:creationId xmlns:a16="http://schemas.microsoft.com/office/drawing/2014/main" id="{F21BCE8E-C239-9F69-5CFD-B43DD2DCD759}"/>
              </a:ext>
            </a:extLst>
          </p:cNvPr>
          <p:cNvCxnSpPr>
            <a:cxnSpLocks/>
            <a:stCxn id="598" idx="6"/>
            <a:endCxn id="612" idx="2"/>
          </p:cNvCxnSpPr>
          <p:nvPr/>
        </p:nvCxnSpPr>
        <p:spPr>
          <a:xfrm flipV="1">
            <a:off x="6070892" y="6903605"/>
            <a:ext cx="358848" cy="94986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Arrow Connector 618">
            <a:extLst>
              <a:ext uri="{FF2B5EF4-FFF2-40B4-BE49-F238E27FC236}">
                <a16:creationId xmlns:a16="http://schemas.microsoft.com/office/drawing/2014/main" id="{3F6E8228-0C74-8C67-DA5B-B77B05DE1314}"/>
              </a:ext>
            </a:extLst>
          </p:cNvPr>
          <p:cNvCxnSpPr>
            <a:cxnSpLocks/>
            <a:stCxn id="598" idx="6"/>
            <a:endCxn id="613" idx="2"/>
          </p:cNvCxnSpPr>
          <p:nvPr/>
        </p:nvCxnSpPr>
        <p:spPr>
          <a:xfrm flipV="1">
            <a:off x="6070892" y="7278407"/>
            <a:ext cx="358848" cy="5750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Arrow Connector 619">
            <a:extLst>
              <a:ext uri="{FF2B5EF4-FFF2-40B4-BE49-F238E27FC236}">
                <a16:creationId xmlns:a16="http://schemas.microsoft.com/office/drawing/2014/main" id="{896CE281-1034-90A7-ECF7-8E8615CF1C54}"/>
              </a:ext>
            </a:extLst>
          </p:cNvPr>
          <p:cNvCxnSpPr>
            <a:cxnSpLocks/>
            <a:stCxn id="597" idx="6"/>
            <a:endCxn id="614" idx="2"/>
          </p:cNvCxnSpPr>
          <p:nvPr/>
        </p:nvCxnSpPr>
        <p:spPr>
          <a:xfrm>
            <a:off x="6070894" y="7477132"/>
            <a:ext cx="358847" cy="17607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Arrow Connector 620">
            <a:extLst>
              <a:ext uri="{FF2B5EF4-FFF2-40B4-BE49-F238E27FC236}">
                <a16:creationId xmlns:a16="http://schemas.microsoft.com/office/drawing/2014/main" id="{9CED90A5-25EC-8EEC-B75F-F74E640134B0}"/>
              </a:ext>
            </a:extLst>
          </p:cNvPr>
          <p:cNvCxnSpPr>
            <a:cxnSpLocks/>
            <a:stCxn id="608" idx="6"/>
            <a:endCxn id="614" idx="2"/>
          </p:cNvCxnSpPr>
          <p:nvPr/>
        </p:nvCxnSpPr>
        <p:spPr>
          <a:xfrm>
            <a:off x="6070894" y="6724464"/>
            <a:ext cx="358847" cy="92874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Arrow Connector 621">
            <a:extLst>
              <a:ext uri="{FF2B5EF4-FFF2-40B4-BE49-F238E27FC236}">
                <a16:creationId xmlns:a16="http://schemas.microsoft.com/office/drawing/2014/main" id="{2B2AC80E-04BB-939D-4FE3-A60755BF89A3}"/>
              </a:ext>
            </a:extLst>
          </p:cNvPr>
          <p:cNvCxnSpPr>
            <a:cxnSpLocks/>
            <a:stCxn id="596" idx="6"/>
            <a:endCxn id="614" idx="2"/>
          </p:cNvCxnSpPr>
          <p:nvPr/>
        </p:nvCxnSpPr>
        <p:spPr>
          <a:xfrm>
            <a:off x="6070894" y="7100798"/>
            <a:ext cx="358847" cy="55241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Arrow Connector 622">
            <a:extLst>
              <a:ext uri="{FF2B5EF4-FFF2-40B4-BE49-F238E27FC236}">
                <a16:creationId xmlns:a16="http://schemas.microsoft.com/office/drawing/2014/main" id="{5F3D2F83-7621-7BEA-1742-CEB002EDC689}"/>
              </a:ext>
            </a:extLst>
          </p:cNvPr>
          <p:cNvCxnSpPr>
            <a:cxnSpLocks/>
            <a:stCxn id="598" idx="6"/>
            <a:endCxn id="614" idx="2"/>
          </p:cNvCxnSpPr>
          <p:nvPr/>
        </p:nvCxnSpPr>
        <p:spPr>
          <a:xfrm flipV="1">
            <a:off x="6070892" y="7653211"/>
            <a:ext cx="358848" cy="20025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Arrow Connector 623">
            <a:extLst>
              <a:ext uri="{FF2B5EF4-FFF2-40B4-BE49-F238E27FC236}">
                <a16:creationId xmlns:a16="http://schemas.microsoft.com/office/drawing/2014/main" id="{88CA5C29-D582-F8D6-7E2F-D465238FB677}"/>
              </a:ext>
            </a:extLst>
          </p:cNvPr>
          <p:cNvCxnSpPr>
            <a:cxnSpLocks/>
            <a:stCxn id="596" idx="6"/>
            <a:endCxn id="613" idx="2"/>
          </p:cNvCxnSpPr>
          <p:nvPr/>
        </p:nvCxnSpPr>
        <p:spPr>
          <a:xfrm>
            <a:off x="6070894" y="7100799"/>
            <a:ext cx="358847" cy="177609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Arrow Connector 624">
            <a:extLst>
              <a:ext uri="{FF2B5EF4-FFF2-40B4-BE49-F238E27FC236}">
                <a16:creationId xmlns:a16="http://schemas.microsoft.com/office/drawing/2014/main" id="{650EE63A-9623-6683-CC1F-72F5BCA37E62}"/>
              </a:ext>
            </a:extLst>
          </p:cNvPr>
          <p:cNvCxnSpPr>
            <a:cxnSpLocks/>
            <a:stCxn id="597" idx="6"/>
            <a:endCxn id="613" idx="2"/>
          </p:cNvCxnSpPr>
          <p:nvPr/>
        </p:nvCxnSpPr>
        <p:spPr>
          <a:xfrm flipV="1">
            <a:off x="6070894" y="7278408"/>
            <a:ext cx="358847" cy="198725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813246EA-D9FB-D84D-E287-4F936672E7A0}"/>
              </a:ext>
            </a:extLst>
          </p:cNvPr>
          <p:cNvCxnSpPr>
            <a:cxnSpLocks/>
            <a:stCxn id="608" idx="6"/>
            <a:endCxn id="613" idx="2"/>
          </p:cNvCxnSpPr>
          <p:nvPr/>
        </p:nvCxnSpPr>
        <p:spPr>
          <a:xfrm>
            <a:off x="6070894" y="6724465"/>
            <a:ext cx="358847" cy="55394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3" name="Right Arrow 632">
            <a:extLst>
              <a:ext uri="{FF2B5EF4-FFF2-40B4-BE49-F238E27FC236}">
                <a16:creationId xmlns:a16="http://schemas.microsoft.com/office/drawing/2014/main" id="{1F809222-A592-3328-C146-4003A633AACA}"/>
              </a:ext>
            </a:extLst>
          </p:cNvPr>
          <p:cNvSpPr/>
          <p:nvPr/>
        </p:nvSpPr>
        <p:spPr>
          <a:xfrm>
            <a:off x="6635027" y="7171532"/>
            <a:ext cx="216622" cy="1857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9" name="Oval 638">
            <a:extLst>
              <a:ext uri="{FF2B5EF4-FFF2-40B4-BE49-F238E27FC236}">
                <a16:creationId xmlns:a16="http://schemas.microsoft.com/office/drawing/2014/main" id="{AB907236-DF4A-A534-6093-9EC349C62D1A}"/>
              </a:ext>
            </a:extLst>
          </p:cNvPr>
          <p:cNvSpPr/>
          <p:nvPr/>
        </p:nvSpPr>
        <p:spPr>
          <a:xfrm>
            <a:off x="7609698" y="6808643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0" name="Oval 639">
            <a:extLst>
              <a:ext uri="{FF2B5EF4-FFF2-40B4-BE49-F238E27FC236}">
                <a16:creationId xmlns:a16="http://schemas.microsoft.com/office/drawing/2014/main" id="{1DC19A2E-0F70-D9AF-9C40-93C96B084A0A}"/>
              </a:ext>
            </a:extLst>
          </p:cNvPr>
          <p:cNvSpPr/>
          <p:nvPr/>
        </p:nvSpPr>
        <p:spPr>
          <a:xfrm>
            <a:off x="7609698" y="718344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Oval 640">
            <a:extLst>
              <a:ext uri="{FF2B5EF4-FFF2-40B4-BE49-F238E27FC236}">
                <a16:creationId xmlns:a16="http://schemas.microsoft.com/office/drawing/2014/main" id="{8A60F3B7-1FE7-E4A5-CBED-65047C82EA8E}"/>
              </a:ext>
            </a:extLst>
          </p:cNvPr>
          <p:cNvSpPr/>
          <p:nvPr/>
        </p:nvSpPr>
        <p:spPr>
          <a:xfrm>
            <a:off x="7609698" y="755824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2" name="Oval 641">
            <a:extLst>
              <a:ext uri="{FF2B5EF4-FFF2-40B4-BE49-F238E27FC236}">
                <a16:creationId xmlns:a16="http://schemas.microsoft.com/office/drawing/2014/main" id="{2FE62A4E-F36F-7D3A-03F0-18A283A04EB7}"/>
              </a:ext>
            </a:extLst>
          </p:cNvPr>
          <p:cNvSpPr/>
          <p:nvPr/>
        </p:nvSpPr>
        <p:spPr>
          <a:xfrm>
            <a:off x="8092621" y="7005837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081B4136-3979-C5F6-FDD9-F14EDF069B6D}"/>
              </a:ext>
            </a:extLst>
          </p:cNvPr>
          <p:cNvSpPr/>
          <p:nvPr/>
        </p:nvSpPr>
        <p:spPr>
          <a:xfrm>
            <a:off x="8092621" y="738217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4" name="Oval 643">
            <a:extLst>
              <a:ext uri="{FF2B5EF4-FFF2-40B4-BE49-F238E27FC236}">
                <a16:creationId xmlns:a16="http://schemas.microsoft.com/office/drawing/2014/main" id="{A03470AA-79F4-A381-017D-CB6D97C59943}"/>
              </a:ext>
            </a:extLst>
          </p:cNvPr>
          <p:cNvSpPr/>
          <p:nvPr/>
        </p:nvSpPr>
        <p:spPr>
          <a:xfrm>
            <a:off x="8092620" y="775850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5" name="Straight Arrow Connector 644">
            <a:extLst>
              <a:ext uri="{FF2B5EF4-FFF2-40B4-BE49-F238E27FC236}">
                <a16:creationId xmlns:a16="http://schemas.microsoft.com/office/drawing/2014/main" id="{F70FCDE2-7638-16B3-D54A-EFD1BA444C60}"/>
              </a:ext>
            </a:extLst>
          </p:cNvPr>
          <p:cNvCxnSpPr>
            <a:cxnSpLocks/>
            <a:stCxn id="639" idx="6"/>
            <a:endCxn id="642" idx="2"/>
          </p:cNvCxnSpPr>
          <p:nvPr/>
        </p:nvCxnSpPr>
        <p:spPr>
          <a:xfrm>
            <a:off x="7733774" y="6870681"/>
            <a:ext cx="358846" cy="19719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Arrow Connector 645">
            <a:extLst>
              <a:ext uri="{FF2B5EF4-FFF2-40B4-BE49-F238E27FC236}">
                <a16:creationId xmlns:a16="http://schemas.microsoft.com/office/drawing/2014/main" id="{717D3AD2-8B25-F805-AB13-98AC3CBE17C5}"/>
              </a:ext>
            </a:extLst>
          </p:cNvPr>
          <p:cNvCxnSpPr>
            <a:cxnSpLocks/>
            <a:stCxn id="639" idx="6"/>
            <a:endCxn id="643" idx="2"/>
          </p:cNvCxnSpPr>
          <p:nvPr/>
        </p:nvCxnSpPr>
        <p:spPr>
          <a:xfrm>
            <a:off x="7733774" y="6870681"/>
            <a:ext cx="358846" cy="57352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Arrow Connector 646">
            <a:extLst>
              <a:ext uri="{FF2B5EF4-FFF2-40B4-BE49-F238E27FC236}">
                <a16:creationId xmlns:a16="http://schemas.microsoft.com/office/drawing/2014/main" id="{6AAEE2E9-232C-0484-67F1-659F3EA118A1}"/>
              </a:ext>
            </a:extLst>
          </p:cNvPr>
          <p:cNvCxnSpPr>
            <a:cxnSpLocks/>
            <a:stCxn id="639" idx="6"/>
            <a:endCxn id="644" idx="2"/>
          </p:cNvCxnSpPr>
          <p:nvPr/>
        </p:nvCxnSpPr>
        <p:spPr>
          <a:xfrm>
            <a:off x="7733775" y="6870682"/>
            <a:ext cx="358845" cy="94986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Arrow Connector 647">
            <a:extLst>
              <a:ext uri="{FF2B5EF4-FFF2-40B4-BE49-F238E27FC236}">
                <a16:creationId xmlns:a16="http://schemas.microsoft.com/office/drawing/2014/main" id="{06ADB383-C193-4A43-919F-5EA17757D794}"/>
              </a:ext>
            </a:extLst>
          </p:cNvPr>
          <p:cNvCxnSpPr>
            <a:cxnSpLocks/>
            <a:stCxn id="640" idx="6"/>
            <a:endCxn id="642" idx="2"/>
          </p:cNvCxnSpPr>
          <p:nvPr/>
        </p:nvCxnSpPr>
        <p:spPr>
          <a:xfrm flipV="1">
            <a:off x="7733774" y="7067876"/>
            <a:ext cx="358846" cy="177609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Arrow Connector 648">
            <a:extLst>
              <a:ext uri="{FF2B5EF4-FFF2-40B4-BE49-F238E27FC236}">
                <a16:creationId xmlns:a16="http://schemas.microsoft.com/office/drawing/2014/main" id="{132FF47E-9E8F-E530-FD78-56E0BC9F5ED2}"/>
              </a:ext>
            </a:extLst>
          </p:cNvPr>
          <p:cNvCxnSpPr>
            <a:cxnSpLocks/>
            <a:stCxn id="640" idx="6"/>
            <a:endCxn id="643" idx="2"/>
          </p:cNvCxnSpPr>
          <p:nvPr/>
        </p:nvCxnSpPr>
        <p:spPr>
          <a:xfrm>
            <a:off x="7733774" y="7245485"/>
            <a:ext cx="358846" cy="19872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Arrow Connector 649">
            <a:extLst>
              <a:ext uri="{FF2B5EF4-FFF2-40B4-BE49-F238E27FC236}">
                <a16:creationId xmlns:a16="http://schemas.microsoft.com/office/drawing/2014/main" id="{F71724FF-4EFF-98B3-A66A-35E750A84434}"/>
              </a:ext>
            </a:extLst>
          </p:cNvPr>
          <p:cNvCxnSpPr>
            <a:cxnSpLocks/>
            <a:stCxn id="641" idx="6"/>
            <a:endCxn id="644" idx="2"/>
          </p:cNvCxnSpPr>
          <p:nvPr/>
        </p:nvCxnSpPr>
        <p:spPr>
          <a:xfrm>
            <a:off x="7733775" y="7620288"/>
            <a:ext cx="358845" cy="20025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Arrow Connector 650">
            <a:extLst>
              <a:ext uri="{FF2B5EF4-FFF2-40B4-BE49-F238E27FC236}">
                <a16:creationId xmlns:a16="http://schemas.microsoft.com/office/drawing/2014/main" id="{325F30BC-6EAA-FFDD-3DE5-D25FB7C5D414}"/>
              </a:ext>
            </a:extLst>
          </p:cNvPr>
          <p:cNvCxnSpPr>
            <a:cxnSpLocks/>
            <a:stCxn id="640" idx="6"/>
            <a:endCxn id="644" idx="2"/>
          </p:cNvCxnSpPr>
          <p:nvPr/>
        </p:nvCxnSpPr>
        <p:spPr>
          <a:xfrm>
            <a:off x="7733775" y="7245484"/>
            <a:ext cx="358845" cy="5750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Arrow Connector 651">
            <a:extLst>
              <a:ext uri="{FF2B5EF4-FFF2-40B4-BE49-F238E27FC236}">
                <a16:creationId xmlns:a16="http://schemas.microsoft.com/office/drawing/2014/main" id="{01F152D6-16B3-907A-FCE0-93F053BE627B}"/>
              </a:ext>
            </a:extLst>
          </p:cNvPr>
          <p:cNvCxnSpPr>
            <a:cxnSpLocks/>
            <a:stCxn id="641" idx="6"/>
            <a:endCxn id="642" idx="2"/>
          </p:cNvCxnSpPr>
          <p:nvPr/>
        </p:nvCxnSpPr>
        <p:spPr>
          <a:xfrm flipV="1">
            <a:off x="7733774" y="7067875"/>
            <a:ext cx="358846" cy="5524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Arrow Connector 652">
            <a:extLst>
              <a:ext uri="{FF2B5EF4-FFF2-40B4-BE49-F238E27FC236}">
                <a16:creationId xmlns:a16="http://schemas.microsoft.com/office/drawing/2014/main" id="{32EF41E9-6E2D-7BBD-F075-B5B08E533791}"/>
              </a:ext>
            </a:extLst>
          </p:cNvPr>
          <p:cNvCxnSpPr>
            <a:cxnSpLocks/>
            <a:stCxn id="641" idx="6"/>
            <a:endCxn id="643" idx="2"/>
          </p:cNvCxnSpPr>
          <p:nvPr/>
        </p:nvCxnSpPr>
        <p:spPr>
          <a:xfrm flipV="1">
            <a:off x="7733774" y="7444209"/>
            <a:ext cx="358846" cy="17607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Oval 653">
            <a:extLst>
              <a:ext uri="{FF2B5EF4-FFF2-40B4-BE49-F238E27FC236}">
                <a16:creationId xmlns:a16="http://schemas.microsoft.com/office/drawing/2014/main" id="{716C1B0B-2FBC-E425-B003-2017BF6D2D7A}"/>
              </a:ext>
            </a:extLst>
          </p:cNvPr>
          <p:cNvSpPr/>
          <p:nvPr/>
        </p:nvSpPr>
        <p:spPr>
          <a:xfrm>
            <a:off x="8092621" y="6629503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5" name="Straight Arrow Connector 654">
            <a:extLst>
              <a:ext uri="{FF2B5EF4-FFF2-40B4-BE49-F238E27FC236}">
                <a16:creationId xmlns:a16="http://schemas.microsoft.com/office/drawing/2014/main" id="{9EC26628-539D-3FD6-E0D3-3AD9C4C63795}"/>
              </a:ext>
            </a:extLst>
          </p:cNvPr>
          <p:cNvCxnSpPr>
            <a:cxnSpLocks/>
            <a:stCxn id="639" idx="6"/>
            <a:endCxn id="654" idx="2"/>
          </p:cNvCxnSpPr>
          <p:nvPr/>
        </p:nvCxnSpPr>
        <p:spPr>
          <a:xfrm flipV="1">
            <a:off x="7733774" y="6691541"/>
            <a:ext cx="358846" cy="17914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Arrow Connector 655">
            <a:extLst>
              <a:ext uri="{FF2B5EF4-FFF2-40B4-BE49-F238E27FC236}">
                <a16:creationId xmlns:a16="http://schemas.microsoft.com/office/drawing/2014/main" id="{46279354-A555-DED3-05FB-C531C3BBDDFC}"/>
              </a:ext>
            </a:extLst>
          </p:cNvPr>
          <p:cNvCxnSpPr>
            <a:cxnSpLocks/>
            <a:stCxn id="640" idx="6"/>
            <a:endCxn id="654" idx="2"/>
          </p:cNvCxnSpPr>
          <p:nvPr/>
        </p:nvCxnSpPr>
        <p:spPr>
          <a:xfrm flipV="1">
            <a:off x="7733774" y="6691542"/>
            <a:ext cx="358846" cy="5539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Straight Arrow Connector 656">
            <a:extLst>
              <a:ext uri="{FF2B5EF4-FFF2-40B4-BE49-F238E27FC236}">
                <a16:creationId xmlns:a16="http://schemas.microsoft.com/office/drawing/2014/main" id="{2E7983E8-9A6C-1D82-B994-E693347D1CF3}"/>
              </a:ext>
            </a:extLst>
          </p:cNvPr>
          <p:cNvCxnSpPr>
            <a:cxnSpLocks/>
            <a:stCxn id="641" idx="6"/>
            <a:endCxn id="654" idx="2"/>
          </p:cNvCxnSpPr>
          <p:nvPr/>
        </p:nvCxnSpPr>
        <p:spPr>
          <a:xfrm flipV="1">
            <a:off x="7733774" y="6691541"/>
            <a:ext cx="358846" cy="92874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Oval 657">
            <a:extLst>
              <a:ext uri="{FF2B5EF4-FFF2-40B4-BE49-F238E27FC236}">
                <a16:creationId xmlns:a16="http://schemas.microsoft.com/office/drawing/2014/main" id="{491CF1F8-DE80-1C63-8178-2B7A223339FA}"/>
              </a:ext>
            </a:extLst>
          </p:cNvPr>
          <p:cNvSpPr/>
          <p:nvPr/>
        </p:nvSpPr>
        <p:spPr>
          <a:xfrm>
            <a:off x="8575545" y="6808643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9" name="Oval 658">
            <a:extLst>
              <a:ext uri="{FF2B5EF4-FFF2-40B4-BE49-F238E27FC236}">
                <a16:creationId xmlns:a16="http://schemas.microsoft.com/office/drawing/2014/main" id="{94395BC4-B977-2667-BD05-1D8C978388DA}"/>
              </a:ext>
            </a:extLst>
          </p:cNvPr>
          <p:cNvSpPr/>
          <p:nvPr/>
        </p:nvSpPr>
        <p:spPr>
          <a:xfrm>
            <a:off x="8575545" y="718344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F46D84B0-AE7C-19C4-CD36-10C2108755B7}"/>
              </a:ext>
            </a:extLst>
          </p:cNvPr>
          <p:cNvSpPr/>
          <p:nvPr/>
        </p:nvSpPr>
        <p:spPr>
          <a:xfrm>
            <a:off x="8575545" y="755824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1" name="Straight Arrow Connector 660">
            <a:extLst>
              <a:ext uri="{FF2B5EF4-FFF2-40B4-BE49-F238E27FC236}">
                <a16:creationId xmlns:a16="http://schemas.microsoft.com/office/drawing/2014/main" id="{ECA675A8-2EFC-47D2-1814-32BFF92C04AA}"/>
              </a:ext>
            </a:extLst>
          </p:cNvPr>
          <p:cNvCxnSpPr>
            <a:cxnSpLocks/>
            <a:stCxn id="654" idx="6"/>
            <a:endCxn id="658" idx="2"/>
          </p:cNvCxnSpPr>
          <p:nvPr/>
        </p:nvCxnSpPr>
        <p:spPr>
          <a:xfrm>
            <a:off x="8216698" y="6691541"/>
            <a:ext cx="358847" cy="17914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Arrow Connector 661">
            <a:extLst>
              <a:ext uri="{FF2B5EF4-FFF2-40B4-BE49-F238E27FC236}">
                <a16:creationId xmlns:a16="http://schemas.microsoft.com/office/drawing/2014/main" id="{307C317F-D64B-9B02-E02C-68F363437DD2}"/>
              </a:ext>
            </a:extLst>
          </p:cNvPr>
          <p:cNvCxnSpPr>
            <a:cxnSpLocks/>
            <a:stCxn id="642" idx="6"/>
            <a:endCxn id="658" idx="2"/>
          </p:cNvCxnSpPr>
          <p:nvPr/>
        </p:nvCxnSpPr>
        <p:spPr>
          <a:xfrm flipV="1">
            <a:off x="8216698" y="6870681"/>
            <a:ext cx="358847" cy="19719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Straight Arrow Connector 662">
            <a:extLst>
              <a:ext uri="{FF2B5EF4-FFF2-40B4-BE49-F238E27FC236}">
                <a16:creationId xmlns:a16="http://schemas.microsoft.com/office/drawing/2014/main" id="{51783D45-EF6E-9F06-51BD-46B2F8CD4963}"/>
              </a:ext>
            </a:extLst>
          </p:cNvPr>
          <p:cNvCxnSpPr>
            <a:cxnSpLocks/>
            <a:stCxn id="643" idx="6"/>
            <a:endCxn id="658" idx="2"/>
          </p:cNvCxnSpPr>
          <p:nvPr/>
        </p:nvCxnSpPr>
        <p:spPr>
          <a:xfrm flipV="1">
            <a:off x="8216698" y="6870681"/>
            <a:ext cx="358847" cy="57352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Arrow Connector 663">
            <a:extLst>
              <a:ext uri="{FF2B5EF4-FFF2-40B4-BE49-F238E27FC236}">
                <a16:creationId xmlns:a16="http://schemas.microsoft.com/office/drawing/2014/main" id="{D4B7A94D-3032-1821-5DB0-24572D1CB43D}"/>
              </a:ext>
            </a:extLst>
          </p:cNvPr>
          <p:cNvCxnSpPr>
            <a:cxnSpLocks/>
            <a:stCxn id="644" idx="6"/>
            <a:endCxn id="658" idx="2"/>
          </p:cNvCxnSpPr>
          <p:nvPr/>
        </p:nvCxnSpPr>
        <p:spPr>
          <a:xfrm flipV="1">
            <a:off x="8216696" y="6870682"/>
            <a:ext cx="358848" cy="94986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Arrow Connector 664">
            <a:extLst>
              <a:ext uri="{FF2B5EF4-FFF2-40B4-BE49-F238E27FC236}">
                <a16:creationId xmlns:a16="http://schemas.microsoft.com/office/drawing/2014/main" id="{22E43ACE-8A42-342F-DB23-2DDB0AF1B4A3}"/>
              </a:ext>
            </a:extLst>
          </p:cNvPr>
          <p:cNvCxnSpPr>
            <a:cxnSpLocks/>
            <a:stCxn id="644" idx="6"/>
            <a:endCxn id="659" idx="2"/>
          </p:cNvCxnSpPr>
          <p:nvPr/>
        </p:nvCxnSpPr>
        <p:spPr>
          <a:xfrm flipV="1">
            <a:off x="8216696" y="7245484"/>
            <a:ext cx="358848" cy="5750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Arrow Connector 665">
            <a:extLst>
              <a:ext uri="{FF2B5EF4-FFF2-40B4-BE49-F238E27FC236}">
                <a16:creationId xmlns:a16="http://schemas.microsoft.com/office/drawing/2014/main" id="{F2274547-3439-7106-5538-C49695BB8BC1}"/>
              </a:ext>
            </a:extLst>
          </p:cNvPr>
          <p:cNvCxnSpPr>
            <a:cxnSpLocks/>
            <a:stCxn id="643" idx="6"/>
            <a:endCxn id="660" idx="2"/>
          </p:cNvCxnSpPr>
          <p:nvPr/>
        </p:nvCxnSpPr>
        <p:spPr>
          <a:xfrm>
            <a:off x="8216698" y="7444209"/>
            <a:ext cx="358847" cy="17607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Straight Arrow Connector 666">
            <a:extLst>
              <a:ext uri="{FF2B5EF4-FFF2-40B4-BE49-F238E27FC236}">
                <a16:creationId xmlns:a16="http://schemas.microsoft.com/office/drawing/2014/main" id="{4CD2C875-F818-73D6-884D-212D3A7A9EE4}"/>
              </a:ext>
            </a:extLst>
          </p:cNvPr>
          <p:cNvCxnSpPr>
            <a:cxnSpLocks/>
            <a:stCxn id="654" idx="6"/>
            <a:endCxn id="660" idx="2"/>
          </p:cNvCxnSpPr>
          <p:nvPr/>
        </p:nvCxnSpPr>
        <p:spPr>
          <a:xfrm>
            <a:off x="8216698" y="6691541"/>
            <a:ext cx="358847" cy="92874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Arrow Connector 667">
            <a:extLst>
              <a:ext uri="{FF2B5EF4-FFF2-40B4-BE49-F238E27FC236}">
                <a16:creationId xmlns:a16="http://schemas.microsoft.com/office/drawing/2014/main" id="{64CAE2CA-543F-1C3B-2F79-F8F42ED4850F}"/>
              </a:ext>
            </a:extLst>
          </p:cNvPr>
          <p:cNvCxnSpPr>
            <a:cxnSpLocks/>
            <a:stCxn id="642" idx="6"/>
            <a:endCxn id="660" idx="2"/>
          </p:cNvCxnSpPr>
          <p:nvPr/>
        </p:nvCxnSpPr>
        <p:spPr>
          <a:xfrm>
            <a:off x="8216698" y="7067875"/>
            <a:ext cx="358847" cy="5524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Arrow Connector 668">
            <a:extLst>
              <a:ext uri="{FF2B5EF4-FFF2-40B4-BE49-F238E27FC236}">
                <a16:creationId xmlns:a16="http://schemas.microsoft.com/office/drawing/2014/main" id="{93F21F68-D9EE-81AA-AB24-845523699FA0}"/>
              </a:ext>
            </a:extLst>
          </p:cNvPr>
          <p:cNvCxnSpPr>
            <a:cxnSpLocks/>
            <a:stCxn id="644" idx="6"/>
            <a:endCxn id="660" idx="2"/>
          </p:cNvCxnSpPr>
          <p:nvPr/>
        </p:nvCxnSpPr>
        <p:spPr>
          <a:xfrm flipV="1">
            <a:off x="8216696" y="7620288"/>
            <a:ext cx="358848" cy="20025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Arrow Connector 669">
            <a:extLst>
              <a:ext uri="{FF2B5EF4-FFF2-40B4-BE49-F238E27FC236}">
                <a16:creationId xmlns:a16="http://schemas.microsoft.com/office/drawing/2014/main" id="{945239EB-DDFD-E9A0-CB04-CEC86D852131}"/>
              </a:ext>
            </a:extLst>
          </p:cNvPr>
          <p:cNvCxnSpPr>
            <a:cxnSpLocks/>
            <a:stCxn id="642" idx="6"/>
            <a:endCxn id="659" idx="2"/>
          </p:cNvCxnSpPr>
          <p:nvPr/>
        </p:nvCxnSpPr>
        <p:spPr>
          <a:xfrm>
            <a:off x="8216698" y="7067876"/>
            <a:ext cx="358847" cy="177609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Arrow Connector 670">
            <a:extLst>
              <a:ext uri="{FF2B5EF4-FFF2-40B4-BE49-F238E27FC236}">
                <a16:creationId xmlns:a16="http://schemas.microsoft.com/office/drawing/2014/main" id="{C2C38985-9F1B-8193-AA08-2D1D52A41ED6}"/>
              </a:ext>
            </a:extLst>
          </p:cNvPr>
          <p:cNvCxnSpPr>
            <a:cxnSpLocks/>
            <a:stCxn id="643" idx="6"/>
            <a:endCxn id="659" idx="2"/>
          </p:cNvCxnSpPr>
          <p:nvPr/>
        </p:nvCxnSpPr>
        <p:spPr>
          <a:xfrm flipV="1">
            <a:off x="8216698" y="7245485"/>
            <a:ext cx="358847" cy="19872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Straight Arrow Connector 671">
            <a:extLst>
              <a:ext uri="{FF2B5EF4-FFF2-40B4-BE49-F238E27FC236}">
                <a16:creationId xmlns:a16="http://schemas.microsoft.com/office/drawing/2014/main" id="{F54FBB18-F19F-8E8C-FF6C-2426F42286BC}"/>
              </a:ext>
            </a:extLst>
          </p:cNvPr>
          <p:cNvCxnSpPr>
            <a:cxnSpLocks/>
            <a:stCxn id="654" idx="6"/>
            <a:endCxn id="659" idx="2"/>
          </p:cNvCxnSpPr>
          <p:nvPr/>
        </p:nvCxnSpPr>
        <p:spPr>
          <a:xfrm>
            <a:off x="8216698" y="6691542"/>
            <a:ext cx="358847" cy="5539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Rounded Rectangle 706">
            <a:extLst>
              <a:ext uri="{FF2B5EF4-FFF2-40B4-BE49-F238E27FC236}">
                <a16:creationId xmlns:a16="http://schemas.microsoft.com/office/drawing/2014/main" id="{11BAA627-F575-7D9F-286D-82227B19326D}"/>
              </a:ext>
            </a:extLst>
          </p:cNvPr>
          <p:cNvSpPr/>
          <p:nvPr/>
        </p:nvSpPr>
        <p:spPr>
          <a:xfrm>
            <a:off x="9041111" y="7061433"/>
            <a:ext cx="557121" cy="3763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8" name="Straight Connector 707">
            <a:extLst>
              <a:ext uri="{FF2B5EF4-FFF2-40B4-BE49-F238E27FC236}">
                <a16:creationId xmlns:a16="http://schemas.microsoft.com/office/drawing/2014/main" id="{32BFB414-B2B4-5ADB-2E33-DC2219261E57}"/>
              </a:ext>
            </a:extLst>
          </p:cNvPr>
          <p:cNvCxnSpPr>
            <a:cxnSpLocks/>
            <a:stCxn id="707" idx="0"/>
          </p:cNvCxnSpPr>
          <p:nvPr/>
        </p:nvCxnSpPr>
        <p:spPr>
          <a:xfrm flipV="1">
            <a:off x="9319671" y="6830438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708">
            <a:extLst>
              <a:ext uri="{FF2B5EF4-FFF2-40B4-BE49-F238E27FC236}">
                <a16:creationId xmlns:a16="http://schemas.microsoft.com/office/drawing/2014/main" id="{C97F392F-BB2C-ABEB-8360-46CA1D7AF972}"/>
              </a:ext>
            </a:extLst>
          </p:cNvPr>
          <p:cNvCxnSpPr>
            <a:cxnSpLocks/>
          </p:cNvCxnSpPr>
          <p:nvPr/>
        </p:nvCxnSpPr>
        <p:spPr>
          <a:xfrm flipV="1">
            <a:off x="9148119" y="7438147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Connector 709">
            <a:extLst>
              <a:ext uri="{FF2B5EF4-FFF2-40B4-BE49-F238E27FC236}">
                <a16:creationId xmlns:a16="http://schemas.microsoft.com/office/drawing/2014/main" id="{2A8D53A8-6003-EA20-677B-8178F613A1BE}"/>
              </a:ext>
            </a:extLst>
          </p:cNvPr>
          <p:cNvCxnSpPr>
            <a:cxnSpLocks/>
          </p:cNvCxnSpPr>
          <p:nvPr/>
        </p:nvCxnSpPr>
        <p:spPr>
          <a:xfrm flipV="1">
            <a:off x="9518794" y="7447675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1" name="TextBox 710">
            <a:extLst>
              <a:ext uri="{FF2B5EF4-FFF2-40B4-BE49-F238E27FC236}">
                <a16:creationId xmlns:a16="http://schemas.microsoft.com/office/drawing/2014/main" id="{E24B21DD-B4B1-BB0C-401A-AF88CF047D6F}"/>
              </a:ext>
            </a:extLst>
          </p:cNvPr>
          <p:cNvSpPr txBox="1"/>
          <p:nvPr/>
        </p:nvSpPr>
        <p:spPr>
          <a:xfrm>
            <a:off x="9172868" y="7300641"/>
            <a:ext cx="326116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12" name="Right Arrow 711">
            <a:extLst>
              <a:ext uri="{FF2B5EF4-FFF2-40B4-BE49-F238E27FC236}">
                <a16:creationId xmlns:a16="http://schemas.microsoft.com/office/drawing/2014/main" id="{912C0DEB-E012-BF45-890E-AFC4D2B0B7F3}"/>
              </a:ext>
            </a:extLst>
          </p:cNvPr>
          <p:cNvSpPr/>
          <p:nvPr/>
        </p:nvSpPr>
        <p:spPr>
          <a:xfrm>
            <a:off x="8772502" y="7159051"/>
            <a:ext cx="216622" cy="1857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9" name="TextBox 718">
                <a:extLst>
                  <a:ext uri="{FF2B5EF4-FFF2-40B4-BE49-F238E27FC236}">
                    <a16:creationId xmlns:a16="http://schemas.microsoft.com/office/drawing/2014/main" id="{120D6817-F593-EF0F-17D5-CA62CD6B3AD5}"/>
                  </a:ext>
                </a:extLst>
              </p:cNvPr>
              <p:cNvSpPr txBox="1"/>
              <p:nvPr/>
            </p:nvSpPr>
            <p:spPr>
              <a:xfrm>
                <a:off x="7321714" y="4887941"/>
                <a:ext cx="3862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19" name="TextBox 718">
                <a:extLst>
                  <a:ext uri="{FF2B5EF4-FFF2-40B4-BE49-F238E27FC236}">
                    <a16:creationId xmlns:a16="http://schemas.microsoft.com/office/drawing/2014/main" id="{120D6817-F593-EF0F-17D5-CA62CD6B3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714" y="4887941"/>
                <a:ext cx="386276" cy="584775"/>
              </a:xfrm>
              <a:prstGeom prst="rect">
                <a:avLst/>
              </a:prstGeom>
              <a:blipFill>
                <a:blip r:embed="rId22"/>
                <a:stretch>
                  <a:fillRect t="-12500" r="-48387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1" name="TextBox 720">
                <a:extLst>
                  <a:ext uri="{FF2B5EF4-FFF2-40B4-BE49-F238E27FC236}">
                    <a16:creationId xmlns:a16="http://schemas.microsoft.com/office/drawing/2014/main" id="{244CFB31-885B-C452-62C8-12F9B7BF2BA8}"/>
                  </a:ext>
                </a:extLst>
              </p:cNvPr>
              <p:cNvSpPr txBox="1"/>
              <p:nvPr/>
            </p:nvSpPr>
            <p:spPr>
              <a:xfrm>
                <a:off x="7348140" y="2639335"/>
                <a:ext cx="3862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21" name="TextBox 720">
                <a:extLst>
                  <a:ext uri="{FF2B5EF4-FFF2-40B4-BE49-F238E27FC236}">
                    <a16:creationId xmlns:a16="http://schemas.microsoft.com/office/drawing/2014/main" id="{244CFB31-885B-C452-62C8-12F9B7BF2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140" y="2639335"/>
                <a:ext cx="386276" cy="584775"/>
              </a:xfrm>
              <a:prstGeom prst="rect">
                <a:avLst/>
              </a:prstGeom>
              <a:blipFill>
                <a:blip r:embed="rId23"/>
                <a:stretch>
                  <a:fillRect l="-3125" t="-12766" r="-43750" b="-3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2" name="Rounded Rectangle 721">
            <a:extLst>
              <a:ext uri="{FF2B5EF4-FFF2-40B4-BE49-F238E27FC236}">
                <a16:creationId xmlns:a16="http://schemas.microsoft.com/office/drawing/2014/main" id="{4C17E68D-340B-17EE-40E1-A9B55ADD6290}"/>
              </a:ext>
            </a:extLst>
          </p:cNvPr>
          <p:cNvSpPr/>
          <p:nvPr/>
        </p:nvSpPr>
        <p:spPr>
          <a:xfrm>
            <a:off x="741362" y="1089548"/>
            <a:ext cx="12192000" cy="2348185"/>
          </a:xfrm>
          <a:prstGeom prst="roundRect">
            <a:avLst/>
          </a:prstGeom>
          <a:solidFill>
            <a:srgbClr val="E23D5D">
              <a:alpha val="9000"/>
            </a:srgbClr>
          </a:solidFill>
          <a:ln>
            <a:solidFill>
              <a:srgbClr val="E23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4" name="Rounded Rectangle 723">
            <a:extLst>
              <a:ext uri="{FF2B5EF4-FFF2-40B4-BE49-F238E27FC236}">
                <a16:creationId xmlns:a16="http://schemas.microsoft.com/office/drawing/2014/main" id="{54C7B81B-4799-77C6-18C9-538646AC91D8}"/>
              </a:ext>
            </a:extLst>
          </p:cNvPr>
          <p:cNvSpPr/>
          <p:nvPr/>
        </p:nvSpPr>
        <p:spPr>
          <a:xfrm>
            <a:off x="741362" y="3455387"/>
            <a:ext cx="12192000" cy="2348185"/>
          </a:xfrm>
          <a:prstGeom prst="roundRect">
            <a:avLst/>
          </a:prstGeom>
          <a:solidFill>
            <a:srgbClr val="FFB329">
              <a:alpha val="9000"/>
            </a:srgbClr>
          </a:solidFill>
          <a:ln>
            <a:solidFill>
              <a:srgbClr val="FFB3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5" name="Rounded Rectangle 724">
            <a:extLst>
              <a:ext uri="{FF2B5EF4-FFF2-40B4-BE49-F238E27FC236}">
                <a16:creationId xmlns:a16="http://schemas.microsoft.com/office/drawing/2014/main" id="{FBB6EB5D-3E9D-99F5-A64D-129BB4460687}"/>
              </a:ext>
            </a:extLst>
          </p:cNvPr>
          <p:cNvSpPr/>
          <p:nvPr/>
        </p:nvSpPr>
        <p:spPr>
          <a:xfrm>
            <a:off x="741362" y="5828091"/>
            <a:ext cx="12192000" cy="2348185"/>
          </a:xfrm>
          <a:prstGeom prst="roundRect">
            <a:avLst/>
          </a:prstGeom>
          <a:solidFill>
            <a:srgbClr val="0C0C85">
              <a:alpha val="9000"/>
            </a:srgbClr>
          </a:solidFill>
          <a:ln>
            <a:solidFill>
              <a:srgbClr val="0C0C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26" name="Picture 725">
            <a:extLst>
              <a:ext uri="{FF2B5EF4-FFF2-40B4-BE49-F238E27FC236}">
                <a16:creationId xmlns:a16="http://schemas.microsoft.com/office/drawing/2014/main" id="{13A76B5C-10DB-2EE1-894E-8B9386476C2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36308" y="1089548"/>
            <a:ext cx="7205651" cy="721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74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EF82-768F-89EB-FC5C-D95CFE5D3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Rounded Rectangle 721">
            <a:extLst>
              <a:ext uri="{FF2B5EF4-FFF2-40B4-BE49-F238E27FC236}">
                <a16:creationId xmlns:a16="http://schemas.microsoft.com/office/drawing/2014/main" id="{65518CAF-0B64-5B21-E609-6F5140F8A8A7}"/>
              </a:ext>
            </a:extLst>
          </p:cNvPr>
          <p:cNvSpPr/>
          <p:nvPr/>
        </p:nvSpPr>
        <p:spPr>
          <a:xfrm>
            <a:off x="8373803" y="1201515"/>
            <a:ext cx="12192000" cy="2348185"/>
          </a:xfrm>
          <a:prstGeom prst="roundRect">
            <a:avLst/>
          </a:prstGeom>
          <a:solidFill>
            <a:srgbClr val="E23D5D">
              <a:alpha val="9000"/>
            </a:srgbClr>
          </a:solidFill>
          <a:ln>
            <a:solidFill>
              <a:srgbClr val="E23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369114CC-503F-82B0-25E5-70C3EFC0A3EE}"/>
              </a:ext>
            </a:extLst>
          </p:cNvPr>
          <p:cNvCxnSpPr>
            <a:cxnSpLocks/>
          </p:cNvCxnSpPr>
          <p:nvPr/>
        </p:nvCxnSpPr>
        <p:spPr>
          <a:xfrm flipV="1">
            <a:off x="18423211" y="1546545"/>
            <a:ext cx="0" cy="1281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19950E6D-2318-101E-C0DA-7B526B04832B}"/>
              </a:ext>
            </a:extLst>
          </p:cNvPr>
          <p:cNvCxnSpPr>
            <a:cxnSpLocks/>
          </p:cNvCxnSpPr>
          <p:nvPr/>
        </p:nvCxnSpPr>
        <p:spPr>
          <a:xfrm>
            <a:off x="18423211" y="2828337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22CF36D-0466-886D-BADE-BB117CD8CC4C}"/>
              </a:ext>
            </a:extLst>
          </p:cNvPr>
          <p:cNvCxnSpPr>
            <a:cxnSpLocks/>
          </p:cNvCxnSpPr>
          <p:nvPr/>
        </p:nvCxnSpPr>
        <p:spPr>
          <a:xfrm flipH="1">
            <a:off x="18015874" y="2833041"/>
            <a:ext cx="402390" cy="6030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D0E74A0-3ED4-CC30-19C4-0F28B7455361}"/>
              </a:ext>
            </a:extLst>
          </p:cNvPr>
          <p:cNvCxnSpPr/>
          <p:nvPr/>
        </p:nvCxnSpPr>
        <p:spPr>
          <a:xfrm flipV="1">
            <a:off x="18418264" y="1949233"/>
            <a:ext cx="987634" cy="87910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9DE78710-D39C-CD20-5EFD-D9CBA56618D8}"/>
              </a:ext>
            </a:extLst>
          </p:cNvPr>
          <p:cNvCxnSpPr>
            <a:cxnSpLocks/>
          </p:cNvCxnSpPr>
          <p:nvPr/>
        </p:nvCxnSpPr>
        <p:spPr>
          <a:xfrm>
            <a:off x="18418265" y="2833042"/>
            <a:ext cx="866239" cy="3979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Picture 112">
            <a:extLst>
              <a:ext uri="{FF2B5EF4-FFF2-40B4-BE49-F238E27FC236}">
                <a16:creationId xmlns:a16="http://schemas.microsoft.com/office/drawing/2014/main" id="{B9CAFEEE-0A89-9880-55A8-E43CA3E2FC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4" r="35586" b="-1525"/>
          <a:stretch>
            <a:fillRect/>
          </a:stretch>
        </p:blipFill>
        <p:spPr>
          <a:xfrm>
            <a:off x="8790005" y="2128372"/>
            <a:ext cx="1541187" cy="6514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5B53A2-1146-8263-D53D-14F733BE0287}"/>
              </a:ext>
            </a:extLst>
          </p:cNvPr>
          <p:cNvSpPr txBox="1"/>
          <p:nvPr/>
        </p:nvSpPr>
        <p:spPr>
          <a:xfrm>
            <a:off x="8529809" y="1201515"/>
            <a:ext cx="371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Direct Weights Similarity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55AD28D-F87C-FB9A-94DA-BD6B385E9BD3}"/>
              </a:ext>
            </a:extLst>
          </p:cNvPr>
          <p:cNvSpPr/>
          <p:nvPr/>
        </p:nvSpPr>
        <p:spPr>
          <a:xfrm rot="3205068">
            <a:off x="18161478" y="2331531"/>
            <a:ext cx="722297" cy="722297"/>
          </a:xfrm>
          <a:prstGeom prst="arc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F3E759-4240-7203-66E9-C72AE7259B1B}"/>
              </a:ext>
            </a:extLst>
          </p:cNvPr>
          <p:cNvSpPr txBox="1"/>
          <p:nvPr/>
        </p:nvSpPr>
        <p:spPr>
          <a:xfrm>
            <a:off x="18868864" y="2513480"/>
            <a:ext cx="413319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accent6">
                    <a:lumMod val="75000"/>
                  </a:schemeClr>
                </a:solidFill>
              </a:rPr>
              <a:t>θ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0052A4-AE8E-27E5-1CD0-02E2F8ABDF4C}"/>
              </a:ext>
            </a:extLst>
          </p:cNvPr>
          <p:cNvSpPr/>
          <p:nvPr/>
        </p:nvSpPr>
        <p:spPr>
          <a:xfrm>
            <a:off x="13646183" y="206633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FAB5C73-EB6D-F004-C86E-64DB6D6FFC90}"/>
              </a:ext>
            </a:extLst>
          </p:cNvPr>
          <p:cNvSpPr/>
          <p:nvPr/>
        </p:nvSpPr>
        <p:spPr>
          <a:xfrm>
            <a:off x="13646183" y="2441137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9894A0B-349B-8F87-5AAD-A5A14AD34921}"/>
              </a:ext>
            </a:extLst>
          </p:cNvPr>
          <p:cNvSpPr/>
          <p:nvPr/>
        </p:nvSpPr>
        <p:spPr>
          <a:xfrm>
            <a:off x="13646183" y="2815940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39DEE7-741F-84A8-A2E7-8A8C31E7FACE}"/>
              </a:ext>
            </a:extLst>
          </p:cNvPr>
          <p:cNvSpPr/>
          <p:nvPr/>
        </p:nvSpPr>
        <p:spPr>
          <a:xfrm>
            <a:off x="14129106" y="2263528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66B4DF-14D9-5FEF-34FB-C1DFAAA7086E}"/>
              </a:ext>
            </a:extLst>
          </p:cNvPr>
          <p:cNvSpPr/>
          <p:nvPr/>
        </p:nvSpPr>
        <p:spPr>
          <a:xfrm>
            <a:off x="14129106" y="263986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4F0BD12-C9BE-B6D2-B329-9B059898EB93}"/>
              </a:ext>
            </a:extLst>
          </p:cNvPr>
          <p:cNvSpPr/>
          <p:nvPr/>
        </p:nvSpPr>
        <p:spPr>
          <a:xfrm>
            <a:off x="14129105" y="3016197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0B9C5BB-2499-4EF6-50B9-C2630253D8D3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>
            <a:off x="13770259" y="2128372"/>
            <a:ext cx="358846" cy="19719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0D4E7DE-ED2D-5583-E350-10F3DA39367D}"/>
              </a:ext>
            </a:extLst>
          </p:cNvPr>
          <p:cNvCxnSpPr>
            <a:cxnSpLocks/>
            <a:stCxn id="10" idx="6"/>
            <a:endCxn id="17" idx="2"/>
          </p:cNvCxnSpPr>
          <p:nvPr/>
        </p:nvCxnSpPr>
        <p:spPr>
          <a:xfrm>
            <a:off x="13770259" y="2128372"/>
            <a:ext cx="358846" cy="57352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1657C98-D3F3-9F83-1B1F-E43EDB7EF7A6}"/>
              </a:ext>
            </a:extLst>
          </p:cNvPr>
          <p:cNvCxnSpPr>
            <a:cxnSpLocks/>
            <a:stCxn id="10" idx="6"/>
            <a:endCxn id="19" idx="2"/>
          </p:cNvCxnSpPr>
          <p:nvPr/>
        </p:nvCxnSpPr>
        <p:spPr>
          <a:xfrm>
            <a:off x="13770260" y="2128373"/>
            <a:ext cx="358845" cy="94986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12B4AF-8384-F749-0959-C256FEE183B8}"/>
              </a:ext>
            </a:extLst>
          </p:cNvPr>
          <p:cNvCxnSpPr>
            <a:cxnSpLocks/>
            <a:stCxn id="11" idx="6"/>
            <a:endCxn id="16" idx="2"/>
          </p:cNvCxnSpPr>
          <p:nvPr/>
        </p:nvCxnSpPr>
        <p:spPr>
          <a:xfrm flipV="1">
            <a:off x="13770259" y="2325567"/>
            <a:ext cx="358846" cy="177609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CB20A0-AE11-1F14-6BDB-EFFB9708CB99}"/>
              </a:ext>
            </a:extLst>
          </p:cNvPr>
          <p:cNvCxnSpPr>
            <a:cxnSpLocks/>
            <a:stCxn id="11" idx="6"/>
            <a:endCxn id="17" idx="2"/>
          </p:cNvCxnSpPr>
          <p:nvPr/>
        </p:nvCxnSpPr>
        <p:spPr>
          <a:xfrm>
            <a:off x="13770259" y="2503176"/>
            <a:ext cx="358846" cy="198725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AFB0D66-BA04-461C-D2BB-B5714E42B183}"/>
              </a:ext>
            </a:extLst>
          </p:cNvPr>
          <p:cNvCxnSpPr>
            <a:cxnSpLocks/>
            <a:stCxn id="15" idx="6"/>
            <a:endCxn id="19" idx="2"/>
          </p:cNvCxnSpPr>
          <p:nvPr/>
        </p:nvCxnSpPr>
        <p:spPr>
          <a:xfrm>
            <a:off x="13770260" y="2877979"/>
            <a:ext cx="358845" cy="20025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BFD57AB-4E08-5C76-AD77-9EC8954C1C65}"/>
              </a:ext>
            </a:extLst>
          </p:cNvPr>
          <p:cNvCxnSpPr>
            <a:cxnSpLocks/>
            <a:stCxn id="11" idx="6"/>
            <a:endCxn id="19" idx="2"/>
          </p:cNvCxnSpPr>
          <p:nvPr/>
        </p:nvCxnSpPr>
        <p:spPr>
          <a:xfrm>
            <a:off x="13770260" y="2503175"/>
            <a:ext cx="358845" cy="5750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8D9A2EA-6F32-6D05-076D-BB77CB4E28BE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 flipV="1">
            <a:off x="13770259" y="2325566"/>
            <a:ext cx="358846" cy="55241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B650639-8653-CFE1-3852-5A57173ECA86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 flipV="1">
            <a:off x="13770259" y="2701900"/>
            <a:ext cx="358846" cy="17607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6142F567-0657-3361-0A02-FCAC02FB54F0}"/>
              </a:ext>
            </a:extLst>
          </p:cNvPr>
          <p:cNvSpPr/>
          <p:nvPr/>
        </p:nvSpPr>
        <p:spPr>
          <a:xfrm>
            <a:off x="14129106" y="188719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6818A51-0E48-4BCD-AC56-6DF1EFE7D8B7}"/>
              </a:ext>
            </a:extLst>
          </p:cNvPr>
          <p:cNvCxnSpPr>
            <a:cxnSpLocks/>
            <a:stCxn id="10" idx="6"/>
            <a:endCxn id="38" idx="2"/>
          </p:cNvCxnSpPr>
          <p:nvPr/>
        </p:nvCxnSpPr>
        <p:spPr>
          <a:xfrm flipV="1">
            <a:off x="13770259" y="1949232"/>
            <a:ext cx="358846" cy="17914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D2DC18D-4DFA-5CF6-E94F-C4E2026D4FD4}"/>
              </a:ext>
            </a:extLst>
          </p:cNvPr>
          <p:cNvCxnSpPr>
            <a:cxnSpLocks/>
            <a:stCxn id="11" idx="6"/>
            <a:endCxn id="38" idx="2"/>
          </p:cNvCxnSpPr>
          <p:nvPr/>
        </p:nvCxnSpPr>
        <p:spPr>
          <a:xfrm flipV="1">
            <a:off x="13770259" y="1949233"/>
            <a:ext cx="358846" cy="55394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DD6ECB-1D11-C6E4-89C3-42422848E72A}"/>
              </a:ext>
            </a:extLst>
          </p:cNvPr>
          <p:cNvCxnSpPr>
            <a:cxnSpLocks/>
            <a:stCxn id="15" idx="6"/>
            <a:endCxn id="38" idx="2"/>
          </p:cNvCxnSpPr>
          <p:nvPr/>
        </p:nvCxnSpPr>
        <p:spPr>
          <a:xfrm flipV="1">
            <a:off x="13770259" y="1949232"/>
            <a:ext cx="358846" cy="92874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FDDFE045-7A9D-2408-C5DE-94F35A3EC533}"/>
              </a:ext>
            </a:extLst>
          </p:cNvPr>
          <p:cNvSpPr/>
          <p:nvPr/>
        </p:nvSpPr>
        <p:spPr>
          <a:xfrm>
            <a:off x="14612030" y="206633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522FAF5-73FB-377F-6028-F1BC94A57890}"/>
              </a:ext>
            </a:extLst>
          </p:cNvPr>
          <p:cNvSpPr/>
          <p:nvPr/>
        </p:nvSpPr>
        <p:spPr>
          <a:xfrm>
            <a:off x="14612030" y="2441137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4DE50BA-BD9C-121F-B690-CD82E1B66CF0}"/>
              </a:ext>
            </a:extLst>
          </p:cNvPr>
          <p:cNvSpPr/>
          <p:nvPr/>
        </p:nvSpPr>
        <p:spPr>
          <a:xfrm>
            <a:off x="14612030" y="2815940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853BC4B-D7AD-4CF9-E940-980D6F192B5C}"/>
              </a:ext>
            </a:extLst>
          </p:cNvPr>
          <p:cNvCxnSpPr>
            <a:cxnSpLocks/>
            <a:stCxn id="38" idx="6"/>
            <a:endCxn id="47" idx="2"/>
          </p:cNvCxnSpPr>
          <p:nvPr/>
        </p:nvCxnSpPr>
        <p:spPr>
          <a:xfrm>
            <a:off x="14253183" y="1949232"/>
            <a:ext cx="358847" cy="17914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E94179C-4512-8F3F-873D-E671FC013468}"/>
              </a:ext>
            </a:extLst>
          </p:cNvPr>
          <p:cNvCxnSpPr>
            <a:cxnSpLocks/>
            <a:stCxn id="16" idx="6"/>
            <a:endCxn id="47" idx="2"/>
          </p:cNvCxnSpPr>
          <p:nvPr/>
        </p:nvCxnSpPr>
        <p:spPr>
          <a:xfrm flipV="1">
            <a:off x="14253183" y="2128372"/>
            <a:ext cx="358847" cy="19719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2C0AD2C-965E-2B75-4CEF-2FC3F38402C0}"/>
              </a:ext>
            </a:extLst>
          </p:cNvPr>
          <p:cNvCxnSpPr>
            <a:cxnSpLocks/>
            <a:stCxn id="17" idx="6"/>
            <a:endCxn id="47" idx="2"/>
          </p:cNvCxnSpPr>
          <p:nvPr/>
        </p:nvCxnSpPr>
        <p:spPr>
          <a:xfrm flipV="1">
            <a:off x="14253183" y="2128372"/>
            <a:ext cx="358847" cy="57352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26221AD-CE8B-9CE4-107B-406CF7857752}"/>
              </a:ext>
            </a:extLst>
          </p:cNvPr>
          <p:cNvCxnSpPr>
            <a:cxnSpLocks/>
            <a:stCxn id="19" idx="6"/>
            <a:endCxn id="47" idx="2"/>
          </p:cNvCxnSpPr>
          <p:nvPr/>
        </p:nvCxnSpPr>
        <p:spPr>
          <a:xfrm flipV="1">
            <a:off x="14253181" y="2128373"/>
            <a:ext cx="358848" cy="94986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E30C121-2358-4E12-B58A-27E9FB83E1A8}"/>
              </a:ext>
            </a:extLst>
          </p:cNvPr>
          <p:cNvCxnSpPr>
            <a:cxnSpLocks/>
            <a:stCxn id="19" idx="6"/>
            <a:endCxn id="50" idx="2"/>
          </p:cNvCxnSpPr>
          <p:nvPr/>
        </p:nvCxnSpPr>
        <p:spPr>
          <a:xfrm flipV="1">
            <a:off x="14253181" y="2503175"/>
            <a:ext cx="358848" cy="5750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E600B08-EC40-555A-8784-F89B567540BF}"/>
              </a:ext>
            </a:extLst>
          </p:cNvPr>
          <p:cNvCxnSpPr>
            <a:cxnSpLocks/>
            <a:stCxn id="17" idx="6"/>
            <a:endCxn id="51" idx="2"/>
          </p:cNvCxnSpPr>
          <p:nvPr/>
        </p:nvCxnSpPr>
        <p:spPr>
          <a:xfrm>
            <a:off x="14253183" y="2701900"/>
            <a:ext cx="358847" cy="17607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DD7E06C-74AC-0249-ACD3-329D41E1A2DC}"/>
              </a:ext>
            </a:extLst>
          </p:cNvPr>
          <p:cNvCxnSpPr>
            <a:cxnSpLocks/>
            <a:stCxn id="38" idx="6"/>
            <a:endCxn id="51" idx="2"/>
          </p:cNvCxnSpPr>
          <p:nvPr/>
        </p:nvCxnSpPr>
        <p:spPr>
          <a:xfrm>
            <a:off x="14253183" y="1949232"/>
            <a:ext cx="358847" cy="92874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EEAD2A2-3B70-09D6-177F-D0B33A97C5D8}"/>
              </a:ext>
            </a:extLst>
          </p:cNvPr>
          <p:cNvCxnSpPr>
            <a:cxnSpLocks/>
            <a:stCxn id="16" idx="6"/>
            <a:endCxn id="51" idx="2"/>
          </p:cNvCxnSpPr>
          <p:nvPr/>
        </p:nvCxnSpPr>
        <p:spPr>
          <a:xfrm>
            <a:off x="14253183" y="2325566"/>
            <a:ext cx="358847" cy="55241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51660C1-DB28-DC43-C331-AF68990F11C8}"/>
              </a:ext>
            </a:extLst>
          </p:cNvPr>
          <p:cNvCxnSpPr>
            <a:cxnSpLocks/>
            <a:stCxn id="19" idx="6"/>
            <a:endCxn id="51" idx="2"/>
          </p:cNvCxnSpPr>
          <p:nvPr/>
        </p:nvCxnSpPr>
        <p:spPr>
          <a:xfrm flipV="1">
            <a:off x="14253181" y="2877979"/>
            <a:ext cx="358848" cy="20025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A42C5F2-416A-4A7E-F6C9-3312790B75AC}"/>
              </a:ext>
            </a:extLst>
          </p:cNvPr>
          <p:cNvCxnSpPr>
            <a:cxnSpLocks/>
            <a:stCxn id="16" idx="6"/>
            <a:endCxn id="50" idx="2"/>
          </p:cNvCxnSpPr>
          <p:nvPr/>
        </p:nvCxnSpPr>
        <p:spPr>
          <a:xfrm>
            <a:off x="14253183" y="2325567"/>
            <a:ext cx="358847" cy="177609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83900A3-411D-FD3B-AEE2-18B10DC0D396}"/>
              </a:ext>
            </a:extLst>
          </p:cNvPr>
          <p:cNvCxnSpPr>
            <a:cxnSpLocks/>
            <a:stCxn id="17" idx="6"/>
            <a:endCxn id="50" idx="2"/>
          </p:cNvCxnSpPr>
          <p:nvPr/>
        </p:nvCxnSpPr>
        <p:spPr>
          <a:xfrm flipV="1">
            <a:off x="14253183" y="2503176"/>
            <a:ext cx="358847" cy="198725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841CC48-E4E1-5B57-BADB-61855D1714F1}"/>
              </a:ext>
            </a:extLst>
          </p:cNvPr>
          <p:cNvCxnSpPr>
            <a:cxnSpLocks/>
            <a:stCxn id="38" idx="6"/>
            <a:endCxn id="50" idx="2"/>
          </p:cNvCxnSpPr>
          <p:nvPr/>
        </p:nvCxnSpPr>
        <p:spPr>
          <a:xfrm>
            <a:off x="14253183" y="1949233"/>
            <a:ext cx="358847" cy="55394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B849BCBF-3430-0136-71A8-977E6B7D9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5430" y="1338376"/>
            <a:ext cx="330200" cy="3810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AD3BF795-A220-CF62-B7F2-16C78307A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3968" y="1287729"/>
            <a:ext cx="304800" cy="381000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8314FB3A-8D43-02C5-3D10-C26BDEBF18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69" t="-1525" r="33594"/>
          <a:stretch>
            <a:fillRect/>
          </a:stretch>
        </p:blipFill>
        <p:spPr>
          <a:xfrm>
            <a:off x="11930450" y="2161304"/>
            <a:ext cx="285750" cy="559665"/>
          </a:xfrm>
          <a:prstGeom prst="rect">
            <a:avLst/>
          </a:prstGeom>
        </p:spPr>
      </p:pic>
      <p:pic>
        <p:nvPicPr>
          <p:cNvPr id="189" name="Picture 188">
            <a:extLst>
              <a:ext uri="{FF2B5EF4-FFF2-40B4-BE49-F238E27FC236}">
                <a16:creationId xmlns:a16="http://schemas.microsoft.com/office/drawing/2014/main" id="{88FD60D7-5C98-B310-B7AE-1D26F255DD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751" b="14866"/>
          <a:stretch>
            <a:fillRect/>
          </a:stretch>
        </p:blipFill>
        <p:spPr>
          <a:xfrm>
            <a:off x="12300441" y="2206632"/>
            <a:ext cx="440368" cy="469304"/>
          </a:xfrm>
          <a:prstGeom prst="rect">
            <a:avLst/>
          </a:prstGeom>
        </p:spPr>
      </p:pic>
      <p:sp>
        <p:nvSpPr>
          <p:cNvPr id="190" name="Double Bracket 189">
            <a:extLst>
              <a:ext uri="{FF2B5EF4-FFF2-40B4-BE49-F238E27FC236}">
                <a16:creationId xmlns:a16="http://schemas.microsoft.com/office/drawing/2014/main" id="{CB0DE534-9962-2C0B-D314-5625E7D666D2}"/>
              </a:ext>
            </a:extLst>
          </p:cNvPr>
          <p:cNvSpPr/>
          <p:nvPr/>
        </p:nvSpPr>
        <p:spPr>
          <a:xfrm>
            <a:off x="12888322" y="1837553"/>
            <a:ext cx="4517945" cy="128179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CE89E98D-B025-D2C9-9D30-D30F78C96517}"/>
              </a:ext>
            </a:extLst>
          </p:cNvPr>
          <p:cNvSpPr/>
          <p:nvPr/>
        </p:nvSpPr>
        <p:spPr>
          <a:xfrm>
            <a:off x="15931409" y="202769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7D18E30C-959E-2A54-0DF6-1F5ABC566721}"/>
              </a:ext>
            </a:extLst>
          </p:cNvPr>
          <p:cNvSpPr/>
          <p:nvPr/>
        </p:nvSpPr>
        <p:spPr>
          <a:xfrm>
            <a:off x="15931409" y="240249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B06C5B5B-E2A4-782E-8EFE-A7BDB931F651}"/>
              </a:ext>
            </a:extLst>
          </p:cNvPr>
          <p:cNvSpPr/>
          <p:nvPr/>
        </p:nvSpPr>
        <p:spPr>
          <a:xfrm>
            <a:off x="15931409" y="277730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0748CB0C-A847-B78B-3F98-16BE4657B218}"/>
              </a:ext>
            </a:extLst>
          </p:cNvPr>
          <p:cNvSpPr/>
          <p:nvPr/>
        </p:nvSpPr>
        <p:spPr>
          <a:xfrm>
            <a:off x="16414332" y="2224890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64D8DA9B-CD18-BBC9-5151-70FEBD17AAC7}"/>
              </a:ext>
            </a:extLst>
          </p:cNvPr>
          <p:cNvSpPr/>
          <p:nvPr/>
        </p:nvSpPr>
        <p:spPr>
          <a:xfrm>
            <a:off x="16414332" y="260122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F695FB0F-9CC6-4D76-7D33-0C79C16629E6}"/>
              </a:ext>
            </a:extLst>
          </p:cNvPr>
          <p:cNvSpPr/>
          <p:nvPr/>
        </p:nvSpPr>
        <p:spPr>
          <a:xfrm>
            <a:off x="16414331" y="297755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9AAE326E-978D-A7B2-01F9-E49B9411FC48}"/>
              </a:ext>
            </a:extLst>
          </p:cNvPr>
          <p:cNvCxnSpPr>
            <a:cxnSpLocks/>
            <a:stCxn id="191" idx="6"/>
            <a:endCxn id="194" idx="2"/>
          </p:cNvCxnSpPr>
          <p:nvPr/>
        </p:nvCxnSpPr>
        <p:spPr>
          <a:xfrm>
            <a:off x="16055485" y="2089734"/>
            <a:ext cx="358846" cy="19719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8D904FE9-CA37-78E7-9231-4FFA541DAAE7}"/>
              </a:ext>
            </a:extLst>
          </p:cNvPr>
          <p:cNvCxnSpPr>
            <a:cxnSpLocks/>
            <a:stCxn id="191" idx="6"/>
            <a:endCxn id="195" idx="2"/>
          </p:cNvCxnSpPr>
          <p:nvPr/>
        </p:nvCxnSpPr>
        <p:spPr>
          <a:xfrm>
            <a:off x="16055485" y="2089734"/>
            <a:ext cx="358846" cy="57352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9B0DD1C4-AED4-A492-8529-FE00E342ABED}"/>
              </a:ext>
            </a:extLst>
          </p:cNvPr>
          <p:cNvCxnSpPr>
            <a:cxnSpLocks/>
            <a:stCxn id="191" idx="6"/>
            <a:endCxn id="196" idx="2"/>
          </p:cNvCxnSpPr>
          <p:nvPr/>
        </p:nvCxnSpPr>
        <p:spPr>
          <a:xfrm>
            <a:off x="16055486" y="2089735"/>
            <a:ext cx="358845" cy="94986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EAF5DCC-FB2E-EDA5-A419-64B62F5F68B2}"/>
              </a:ext>
            </a:extLst>
          </p:cNvPr>
          <p:cNvCxnSpPr>
            <a:cxnSpLocks/>
            <a:stCxn id="192" idx="6"/>
            <a:endCxn id="194" idx="2"/>
          </p:cNvCxnSpPr>
          <p:nvPr/>
        </p:nvCxnSpPr>
        <p:spPr>
          <a:xfrm flipV="1">
            <a:off x="16055485" y="2286929"/>
            <a:ext cx="358846" cy="177609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70E2731D-B99F-AE49-F0BE-F829D64ADB92}"/>
              </a:ext>
            </a:extLst>
          </p:cNvPr>
          <p:cNvCxnSpPr>
            <a:cxnSpLocks/>
            <a:stCxn id="192" idx="6"/>
            <a:endCxn id="195" idx="2"/>
          </p:cNvCxnSpPr>
          <p:nvPr/>
        </p:nvCxnSpPr>
        <p:spPr>
          <a:xfrm>
            <a:off x="16055485" y="2464538"/>
            <a:ext cx="358846" cy="19872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0AEDD69A-54FA-0D4D-D7DC-0C3A79A2B189}"/>
              </a:ext>
            </a:extLst>
          </p:cNvPr>
          <p:cNvCxnSpPr>
            <a:cxnSpLocks/>
            <a:stCxn id="193" idx="6"/>
            <a:endCxn id="196" idx="2"/>
          </p:cNvCxnSpPr>
          <p:nvPr/>
        </p:nvCxnSpPr>
        <p:spPr>
          <a:xfrm>
            <a:off x="16055486" y="2839341"/>
            <a:ext cx="358845" cy="20025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FEFF4335-C3F2-898D-1A7F-2BC07D03711A}"/>
              </a:ext>
            </a:extLst>
          </p:cNvPr>
          <p:cNvCxnSpPr>
            <a:cxnSpLocks/>
            <a:stCxn id="192" idx="6"/>
            <a:endCxn id="196" idx="2"/>
          </p:cNvCxnSpPr>
          <p:nvPr/>
        </p:nvCxnSpPr>
        <p:spPr>
          <a:xfrm>
            <a:off x="16055486" y="2464537"/>
            <a:ext cx="358845" cy="5750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0FA453FB-944C-68B6-C788-3B850613CC2C}"/>
              </a:ext>
            </a:extLst>
          </p:cNvPr>
          <p:cNvCxnSpPr>
            <a:cxnSpLocks/>
            <a:stCxn id="193" idx="6"/>
            <a:endCxn id="194" idx="2"/>
          </p:cNvCxnSpPr>
          <p:nvPr/>
        </p:nvCxnSpPr>
        <p:spPr>
          <a:xfrm flipV="1">
            <a:off x="16055485" y="2286928"/>
            <a:ext cx="358846" cy="5524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519F467F-8E8F-9A43-551A-90629F7B573E}"/>
              </a:ext>
            </a:extLst>
          </p:cNvPr>
          <p:cNvCxnSpPr>
            <a:cxnSpLocks/>
            <a:stCxn id="193" idx="6"/>
            <a:endCxn id="195" idx="2"/>
          </p:cNvCxnSpPr>
          <p:nvPr/>
        </p:nvCxnSpPr>
        <p:spPr>
          <a:xfrm flipV="1">
            <a:off x="16055485" y="2663262"/>
            <a:ext cx="358846" cy="17607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Oval 205">
            <a:extLst>
              <a:ext uri="{FF2B5EF4-FFF2-40B4-BE49-F238E27FC236}">
                <a16:creationId xmlns:a16="http://schemas.microsoft.com/office/drawing/2014/main" id="{3D7125F9-39DF-0358-06BB-1AE02457CB9B}"/>
              </a:ext>
            </a:extLst>
          </p:cNvPr>
          <p:cNvSpPr/>
          <p:nvPr/>
        </p:nvSpPr>
        <p:spPr>
          <a:xfrm>
            <a:off x="16414332" y="184855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815AA671-C804-667C-79A7-1AC346A49EBB}"/>
              </a:ext>
            </a:extLst>
          </p:cNvPr>
          <p:cNvCxnSpPr>
            <a:cxnSpLocks/>
            <a:stCxn id="191" idx="6"/>
            <a:endCxn id="206" idx="2"/>
          </p:cNvCxnSpPr>
          <p:nvPr/>
        </p:nvCxnSpPr>
        <p:spPr>
          <a:xfrm flipV="1">
            <a:off x="16055485" y="1910594"/>
            <a:ext cx="358846" cy="17914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66413FDA-E28A-3901-1504-D6F622BBCE65}"/>
              </a:ext>
            </a:extLst>
          </p:cNvPr>
          <p:cNvCxnSpPr>
            <a:cxnSpLocks/>
            <a:stCxn id="192" idx="6"/>
            <a:endCxn id="206" idx="2"/>
          </p:cNvCxnSpPr>
          <p:nvPr/>
        </p:nvCxnSpPr>
        <p:spPr>
          <a:xfrm flipV="1">
            <a:off x="16055485" y="1910595"/>
            <a:ext cx="358846" cy="5539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2DFF8261-E43C-F051-7DD3-CFE6746260AD}"/>
              </a:ext>
            </a:extLst>
          </p:cNvPr>
          <p:cNvCxnSpPr>
            <a:cxnSpLocks/>
            <a:stCxn id="193" idx="6"/>
            <a:endCxn id="206" idx="2"/>
          </p:cNvCxnSpPr>
          <p:nvPr/>
        </p:nvCxnSpPr>
        <p:spPr>
          <a:xfrm flipV="1">
            <a:off x="16055485" y="1910594"/>
            <a:ext cx="358846" cy="92874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5F2C18E4-154C-8464-E11A-C9A30D6FAF6B}"/>
              </a:ext>
            </a:extLst>
          </p:cNvPr>
          <p:cNvSpPr/>
          <p:nvPr/>
        </p:nvSpPr>
        <p:spPr>
          <a:xfrm>
            <a:off x="16897256" y="202769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94A7FA7-91B2-5D24-2D53-87B1CA38B30B}"/>
              </a:ext>
            </a:extLst>
          </p:cNvPr>
          <p:cNvSpPr/>
          <p:nvPr/>
        </p:nvSpPr>
        <p:spPr>
          <a:xfrm>
            <a:off x="16897256" y="240249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05F76768-F518-1EDE-E1D0-057BBA996019}"/>
              </a:ext>
            </a:extLst>
          </p:cNvPr>
          <p:cNvSpPr/>
          <p:nvPr/>
        </p:nvSpPr>
        <p:spPr>
          <a:xfrm>
            <a:off x="16897256" y="277730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7384D26A-68B2-A25F-430F-7DB18349E400}"/>
              </a:ext>
            </a:extLst>
          </p:cNvPr>
          <p:cNvCxnSpPr>
            <a:cxnSpLocks/>
            <a:stCxn id="206" idx="6"/>
            <a:endCxn id="210" idx="2"/>
          </p:cNvCxnSpPr>
          <p:nvPr/>
        </p:nvCxnSpPr>
        <p:spPr>
          <a:xfrm>
            <a:off x="16538409" y="1910594"/>
            <a:ext cx="358847" cy="17914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92455714-2C66-B750-011D-BA0642810D80}"/>
              </a:ext>
            </a:extLst>
          </p:cNvPr>
          <p:cNvCxnSpPr>
            <a:cxnSpLocks/>
            <a:stCxn id="194" idx="6"/>
            <a:endCxn id="210" idx="2"/>
          </p:cNvCxnSpPr>
          <p:nvPr/>
        </p:nvCxnSpPr>
        <p:spPr>
          <a:xfrm flipV="1">
            <a:off x="16538409" y="2089734"/>
            <a:ext cx="358847" cy="19719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827376F8-11AC-5993-87DB-CC5710A3C96D}"/>
              </a:ext>
            </a:extLst>
          </p:cNvPr>
          <p:cNvCxnSpPr>
            <a:cxnSpLocks/>
            <a:stCxn id="195" idx="6"/>
            <a:endCxn id="210" idx="2"/>
          </p:cNvCxnSpPr>
          <p:nvPr/>
        </p:nvCxnSpPr>
        <p:spPr>
          <a:xfrm flipV="1">
            <a:off x="16538409" y="2089734"/>
            <a:ext cx="358847" cy="57352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C57B3D24-DFB6-032E-ADCA-4A1F7DFA5D66}"/>
              </a:ext>
            </a:extLst>
          </p:cNvPr>
          <p:cNvCxnSpPr>
            <a:cxnSpLocks/>
            <a:stCxn id="196" idx="6"/>
            <a:endCxn id="210" idx="2"/>
          </p:cNvCxnSpPr>
          <p:nvPr/>
        </p:nvCxnSpPr>
        <p:spPr>
          <a:xfrm flipV="1">
            <a:off x="16538407" y="2089735"/>
            <a:ext cx="358848" cy="94986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F8E99C10-6827-274A-2201-51511AE8AF02}"/>
              </a:ext>
            </a:extLst>
          </p:cNvPr>
          <p:cNvCxnSpPr>
            <a:cxnSpLocks/>
            <a:stCxn id="196" idx="6"/>
            <a:endCxn id="211" idx="2"/>
          </p:cNvCxnSpPr>
          <p:nvPr/>
        </p:nvCxnSpPr>
        <p:spPr>
          <a:xfrm flipV="1">
            <a:off x="16538407" y="2464537"/>
            <a:ext cx="358848" cy="5750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B4A78C75-7925-D675-9F46-A90055E49885}"/>
              </a:ext>
            </a:extLst>
          </p:cNvPr>
          <p:cNvCxnSpPr>
            <a:cxnSpLocks/>
            <a:stCxn id="195" idx="6"/>
            <a:endCxn id="212" idx="2"/>
          </p:cNvCxnSpPr>
          <p:nvPr/>
        </p:nvCxnSpPr>
        <p:spPr>
          <a:xfrm>
            <a:off x="16538409" y="2663262"/>
            <a:ext cx="358847" cy="17607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9A95549B-88CF-DC91-3382-3F4D3B4F4237}"/>
              </a:ext>
            </a:extLst>
          </p:cNvPr>
          <p:cNvCxnSpPr>
            <a:cxnSpLocks/>
            <a:stCxn id="206" idx="6"/>
            <a:endCxn id="212" idx="2"/>
          </p:cNvCxnSpPr>
          <p:nvPr/>
        </p:nvCxnSpPr>
        <p:spPr>
          <a:xfrm>
            <a:off x="16538409" y="1910594"/>
            <a:ext cx="358847" cy="92874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FCF944D6-893C-58C9-E26D-8DC5B826616E}"/>
              </a:ext>
            </a:extLst>
          </p:cNvPr>
          <p:cNvCxnSpPr>
            <a:cxnSpLocks/>
            <a:stCxn id="194" idx="6"/>
            <a:endCxn id="212" idx="2"/>
          </p:cNvCxnSpPr>
          <p:nvPr/>
        </p:nvCxnSpPr>
        <p:spPr>
          <a:xfrm>
            <a:off x="16538409" y="2286928"/>
            <a:ext cx="358847" cy="5524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DA1578D9-F25A-8010-D58E-8CED4A28D953}"/>
              </a:ext>
            </a:extLst>
          </p:cNvPr>
          <p:cNvCxnSpPr>
            <a:cxnSpLocks/>
            <a:stCxn id="196" idx="6"/>
            <a:endCxn id="212" idx="2"/>
          </p:cNvCxnSpPr>
          <p:nvPr/>
        </p:nvCxnSpPr>
        <p:spPr>
          <a:xfrm flipV="1">
            <a:off x="16538407" y="2839341"/>
            <a:ext cx="358848" cy="20025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DF1CB841-D63D-A1D8-5E61-9E06254B3877}"/>
              </a:ext>
            </a:extLst>
          </p:cNvPr>
          <p:cNvCxnSpPr>
            <a:cxnSpLocks/>
            <a:stCxn id="194" idx="6"/>
            <a:endCxn id="211" idx="2"/>
          </p:cNvCxnSpPr>
          <p:nvPr/>
        </p:nvCxnSpPr>
        <p:spPr>
          <a:xfrm>
            <a:off x="16538409" y="2286929"/>
            <a:ext cx="358847" cy="177609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6893F443-CD9D-5425-C8C3-E1F2EC0253AA}"/>
              </a:ext>
            </a:extLst>
          </p:cNvPr>
          <p:cNvCxnSpPr>
            <a:cxnSpLocks/>
            <a:stCxn id="195" idx="6"/>
            <a:endCxn id="211" idx="2"/>
          </p:cNvCxnSpPr>
          <p:nvPr/>
        </p:nvCxnSpPr>
        <p:spPr>
          <a:xfrm flipV="1">
            <a:off x="16538409" y="2464538"/>
            <a:ext cx="358847" cy="19872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22509D10-EBA8-F893-90CD-9FDBC187DD89}"/>
              </a:ext>
            </a:extLst>
          </p:cNvPr>
          <p:cNvCxnSpPr>
            <a:cxnSpLocks/>
            <a:stCxn id="206" idx="6"/>
            <a:endCxn id="211" idx="2"/>
          </p:cNvCxnSpPr>
          <p:nvPr/>
        </p:nvCxnSpPr>
        <p:spPr>
          <a:xfrm>
            <a:off x="16538409" y="1910595"/>
            <a:ext cx="358847" cy="5539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6" name="Picture 225">
            <a:extLst>
              <a:ext uri="{FF2B5EF4-FFF2-40B4-BE49-F238E27FC236}">
                <a16:creationId xmlns:a16="http://schemas.microsoft.com/office/drawing/2014/main" id="{5CB8AB16-74C0-F2CC-059B-A445F2CC5D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69" t="-1525" r="33594"/>
          <a:stretch>
            <a:fillRect/>
          </a:stretch>
        </p:blipFill>
        <p:spPr>
          <a:xfrm>
            <a:off x="17428860" y="2207321"/>
            <a:ext cx="285750" cy="559665"/>
          </a:xfrm>
          <a:prstGeom prst="rect">
            <a:avLst/>
          </a:prstGeom>
        </p:spPr>
      </p:pic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460B2731-A450-61C2-96B8-B15D59162E9A}"/>
              </a:ext>
            </a:extLst>
          </p:cNvPr>
          <p:cNvCxnSpPr>
            <a:cxnSpLocks/>
          </p:cNvCxnSpPr>
          <p:nvPr/>
        </p:nvCxnSpPr>
        <p:spPr>
          <a:xfrm flipV="1">
            <a:off x="18422412" y="3856292"/>
            <a:ext cx="0" cy="1281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A1E826B2-C8D5-A69B-670D-0B5E7515D45B}"/>
              </a:ext>
            </a:extLst>
          </p:cNvPr>
          <p:cNvCxnSpPr>
            <a:cxnSpLocks/>
          </p:cNvCxnSpPr>
          <p:nvPr/>
        </p:nvCxnSpPr>
        <p:spPr>
          <a:xfrm>
            <a:off x="18422412" y="5138084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1CFE4494-E614-CDED-95A1-375B06D26A3F}"/>
              </a:ext>
            </a:extLst>
          </p:cNvPr>
          <p:cNvCxnSpPr>
            <a:cxnSpLocks/>
          </p:cNvCxnSpPr>
          <p:nvPr/>
        </p:nvCxnSpPr>
        <p:spPr>
          <a:xfrm flipH="1">
            <a:off x="18015075" y="5142788"/>
            <a:ext cx="402390" cy="6030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6083A4B7-16E3-B80F-D3CF-DDE316965097}"/>
              </a:ext>
            </a:extLst>
          </p:cNvPr>
          <p:cNvCxnSpPr/>
          <p:nvPr/>
        </p:nvCxnSpPr>
        <p:spPr>
          <a:xfrm flipV="1">
            <a:off x="18417465" y="4258980"/>
            <a:ext cx="987634" cy="87910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67448D75-B7A2-C29F-2784-E4BAD2811318}"/>
              </a:ext>
            </a:extLst>
          </p:cNvPr>
          <p:cNvCxnSpPr>
            <a:cxnSpLocks/>
          </p:cNvCxnSpPr>
          <p:nvPr/>
        </p:nvCxnSpPr>
        <p:spPr>
          <a:xfrm>
            <a:off x="18417466" y="5142789"/>
            <a:ext cx="866239" cy="3979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Arc 236">
            <a:extLst>
              <a:ext uri="{FF2B5EF4-FFF2-40B4-BE49-F238E27FC236}">
                <a16:creationId xmlns:a16="http://schemas.microsoft.com/office/drawing/2014/main" id="{BD2FDFAB-EC0E-483F-5E8C-C14261C1B9EF}"/>
              </a:ext>
            </a:extLst>
          </p:cNvPr>
          <p:cNvSpPr/>
          <p:nvPr/>
        </p:nvSpPr>
        <p:spPr>
          <a:xfrm rot="3205068">
            <a:off x="18160679" y="4641278"/>
            <a:ext cx="722297" cy="722297"/>
          </a:xfrm>
          <a:prstGeom prst="arc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358AE6DC-696C-07D8-37F4-50C0ED90AC98}"/>
              </a:ext>
            </a:extLst>
          </p:cNvPr>
          <p:cNvSpPr txBox="1"/>
          <p:nvPr/>
        </p:nvSpPr>
        <p:spPr>
          <a:xfrm>
            <a:off x="18868065" y="4823227"/>
            <a:ext cx="413319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accent6">
                    <a:lumMod val="75000"/>
                  </a:schemeClr>
                </a:solidFill>
              </a:rPr>
              <a:t>θ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C7062ECF-5521-F368-8334-BCD8A6817AE9}"/>
              </a:ext>
            </a:extLst>
          </p:cNvPr>
          <p:cNvSpPr/>
          <p:nvPr/>
        </p:nvSpPr>
        <p:spPr>
          <a:xfrm>
            <a:off x="13843724" y="4357587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9BD7F2C8-C976-D682-8B4B-FBFDA4920287}"/>
              </a:ext>
            </a:extLst>
          </p:cNvPr>
          <p:cNvSpPr/>
          <p:nvPr/>
        </p:nvSpPr>
        <p:spPr>
          <a:xfrm>
            <a:off x="13843724" y="4732390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3441AD93-D53F-3D73-C717-06E7B44AB7E7}"/>
              </a:ext>
            </a:extLst>
          </p:cNvPr>
          <p:cNvSpPr/>
          <p:nvPr/>
        </p:nvSpPr>
        <p:spPr>
          <a:xfrm>
            <a:off x="13843724" y="5107193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B86D5B5A-314D-C2A1-C5FB-58652568C0BD}"/>
              </a:ext>
            </a:extLst>
          </p:cNvPr>
          <p:cNvSpPr/>
          <p:nvPr/>
        </p:nvSpPr>
        <p:spPr>
          <a:xfrm>
            <a:off x="14326647" y="4554781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04F850DA-ADC2-E7F9-3C58-F568E3427A19}"/>
              </a:ext>
            </a:extLst>
          </p:cNvPr>
          <p:cNvSpPr/>
          <p:nvPr/>
        </p:nvSpPr>
        <p:spPr>
          <a:xfrm>
            <a:off x="14326647" y="4931115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7E13DAB3-A8F3-E680-EB02-CA6F58A9BC3E}"/>
              </a:ext>
            </a:extLst>
          </p:cNvPr>
          <p:cNvSpPr/>
          <p:nvPr/>
        </p:nvSpPr>
        <p:spPr>
          <a:xfrm>
            <a:off x="14326646" y="5307450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2350E0B7-488B-B128-5955-7CE10C8DCC28}"/>
              </a:ext>
            </a:extLst>
          </p:cNvPr>
          <p:cNvCxnSpPr>
            <a:cxnSpLocks/>
            <a:stCxn id="239" idx="6"/>
            <a:endCxn id="242" idx="2"/>
          </p:cNvCxnSpPr>
          <p:nvPr/>
        </p:nvCxnSpPr>
        <p:spPr>
          <a:xfrm>
            <a:off x="13967800" y="4419625"/>
            <a:ext cx="358846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66ADEB7A-66C4-507B-7D50-B9FB6F5A9642}"/>
              </a:ext>
            </a:extLst>
          </p:cNvPr>
          <p:cNvCxnSpPr>
            <a:cxnSpLocks/>
            <a:stCxn id="239" idx="6"/>
            <a:endCxn id="243" idx="2"/>
          </p:cNvCxnSpPr>
          <p:nvPr/>
        </p:nvCxnSpPr>
        <p:spPr>
          <a:xfrm>
            <a:off x="13967800" y="4419625"/>
            <a:ext cx="358846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9E5645C4-048D-88D6-C072-C9DA20206D2F}"/>
              </a:ext>
            </a:extLst>
          </p:cNvPr>
          <p:cNvCxnSpPr>
            <a:cxnSpLocks/>
            <a:stCxn id="239" idx="6"/>
            <a:endCxn id="244" idx="2"/>
          </p:cNvCxnSpPr>
          <p:nvPr/>
        </p:nvCxnSpPr>
        <p:spPr>
          <a:xfrm>
            <a:off x="13967801" y="4419626"/>
            <a:ext cx="358845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5ACBC462-C512-2B4C-5BCB-56DC4CF5232B}"/>
              </a:ext>
            </a:extLst>
          </p:cNvPr>
          <p:cNvCxnSpPr>
            <a:cxnSpLocks/>
            <a:stCxn id="240" idx="6"/>
            <a:endCxn id="242" idx="2"/>
          </p:cNvCxnSpPr>
          <p:nvPr/>
        </p:nvCxnSpPr>
        <p:spPr>
          <a:xfrm flipV="1">
            <a:off x="13967800" y="4616820"/>
            <a:ext cx="358846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C2C35E11-D59B-65FB-F305-71152BAA1998}"/>
              </a:ext>
            </a:extLst>
          </p:cNvPr>
          <p:cNvCxnSpPr>
            <a:cxnSpLocks/>
            <a:stCxn id="240" idx="6"/>
            <a:endCxn id="243" idx="2"/>
          </p:cNvCxnSpPr>
          <p:nvPr/>
        </p:nvCxnSpPr>
        <p:spPr>
          <a:xfrm>
            <a:off x="13967800" y="4794429"/>
            <a:ext cx="358846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8BB3E9A5-FA84-49E8-2ED1-3EBC79068F5A}"/>
              </a:ext>
            </a:extLst>
          </p:cNvPr>
          <p:cNvCxnSpPr>
            <a:cxnSpLocks/>
            <a:stCxn id="241" idx="6"/>
            <a:endCxn id="244" idx="2"/>
          </p:cNvCxnSpPr>
          <p:nvPr/>
        </p:nvCxnSpPr>
        <p:spPr>
          <a:xfrm>
            <a:off x="13967801" y="5169232"/>
            <a:ext cx="358845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1D8F5F3D-F040-3A12-8D82-08EA7DC0D44E}"/>
              </a:ext>
            </a:extLst>
          </p:cNvPr>
          <p:cNvCxnSpPr>
            <a:cxnSpLocks/>
            <a:stCxn id="240" idx="6"/>
            <a:endCxn id="244" idx="2"/>
          </p:cNvCxnSpPr>
          <p:nvPr/>
        </p:nvCxnSpPr>
        <p:spPr>
          <a:xfrm>
            <a:off x="13967801" y="4794428"/>
            <a:ext cx="358845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442B6865-F180-D666-A269-6643084F365A}"/>
              </a:ext>
            </a:extLst>
          </p:cNvPr>
          <p:cNvCxnSpPr>
            <a:cxnSpLocks/>
            <a:stCxn id="241" idx="6"/>
            <a:endCxn id="242" idx="2"/>
          </p:cNvCxnSpPr>
          <p:nvPr/>
        </p:nvCxnSpPr>
        <p:spPr>
          <a:xfrm flipV="1">
            <a:off x="13967800" y="4616819"/>
            <a:ext cx="358846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E5053B98-1CBC-F7E3-567E-B67044C7219F}"/>
              </a:ext>
            </a:extLst>
          </p:cNvPr>
          <p:cNvCxnSpPr>
            <a:cxnSpLocks/>
            <a:stCxn id="241" idx="6"/>
            <a:endCxn id="243" idx="2"/>
          </p:cNvCxnSpPr>
          <p:nvPr/>
        </p:nvCxnSpPr>
        <p:spPr>
          <a:xfrm flipV="1">
            <a:off x="13967800" y="4993153"/>
            <a:ext cx="358846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Oval 253">
            <a:extLst>
              <a:ext uri="{FF2B5EF4-FFF2-40B4-BE49-F238E27FC236}">
                <a16:creationId xmlns:a16="http://schemas.microsoft.com/office/drawing/2014/main" id="{B398E922-6D28-D0CB-3E01-09D8DBD2CB8B}"/>
              </a:ext>
            </a:extLst>
          </p:cNvPr>
          <p:cNvSpPr/>
          <p:nvPr/>
        </p:nvSpPr>
        <p:spPr>
          <a:xfrm>
            <a:off x="14326647" y="4178447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258AA864-9F81-E67B-E52D-AFADB0AFAC93}"/>
              </a:ext>
            </a:extLst>
          </p:cNvPr>
          <p:cNvCxnSpPr>
            <a:cxnSpLocks/>
            <a:stCxn id="239" idx="6"/>
            <a:endCxn id="254" idx="2"/>
          </p:cNvCxnSpPr>
          <p:nvPr/>
        </p:nvCxnSpPr>
        <p:spPr>
          <a:xfrm flipV="1">
            <a:off x="13967800" y="4240485"/>
            <a:ext cx="358846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1929E4CC-E9AF-605E-C8E7-9F7D7A947735}"/>
              </a:ext>
            </a:extLst>
          </p:cNvPr>
          <p:cNvCxnSpPr>
            <a:cxnSpLocks/>
            <a:stCxn id="240" idx="6"/>
            <a:endCxn id="254" idx="2"/>
          </p:cNvCxnSpPr>
          <p:nvPr/>
        </p:nvCxnSpPr>
        <p:spPr>
          <a:xfrm flipV="1">
            <a:off x="13967800" y="4240486"/>
            <a:ext cx="358846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93153FED-9BE0-DEF9-5AAF-060F7004DB29}"/>
              </a:ext>
            </a:extLst>
          </p:cNvPr>
          <p:cNvCxnSpPr>
            <a:cxnSpLocks/>
            <a:stCxn id="241" idx="6"/>
            <a:endCxn id="254" idx="2"/>
          </p:cNvCxnSpPr>
          <p:nvPr/>
        </p:nvCxnSpPr>
        <p:spPr>
          <a:xfrm flipV="1">
            <a:off x="13967800" y="4240485"/>
            <a:ext cx="358846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Oval 257">
            <a:extLst>
              <a:ext uri="{FF2B5EF4-FFF2-40B4-BE49-F238E27FC236}">
                <a16:creationId xmlns:a16="http://schemas.microsoft.com/office/drawing/2014/main" id="{604A594A-D1BA-EA2E-EB55-B87259DA27B3}"/>
              </a:ext>
            </a:extLst>
          </p:cNvPr>
          <p:cNvSpPr/>
          <p:nvPr/>
        </p:nvSpPr>
        <p:spPr>
          <a:xfrm>
            <a:off x="14809571" y="4357587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A12EF18B-A321-8521-BAD6-CBBA53ECD66B}"/>
              </a:ext>
            </a:extLst>
          </p:cNvPr>
          <p:cNvSpPr/>
          <p:nvPr/>
        </p:nvSpPr>
        <p:spPr>
          <a:xfrm>
            <a:off x="14809571" y="4732390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443E7C2C-B1E3-79EF-3726-31F9EA617984}"/>
              </a:ext>
            </a:extLst>
          </p:cNvPr>
          <p:cNvSpPr/>
          <p:nvPr/>
        </p:nvSpPr>
        <p:spPr>
          <a:xfrm>
            <a:off x="14809571" y="5107193"/>
            <a:ext cx="124077" cy="124077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5EDFDD4E-2748-972F-68B1-7F3A573C5A59}"/>
              </a:ext>
            </a:extLst>
          </p:cNvPr>
          <p:cNvCxnSpPr>
            <a:cxnSpLocks/>
            <a:stCxn id="254" idx="6"/>
            <a:endCxn id="258" idx="2"/>
          </p:cNvCxnSpPr>
          <p:nvPr/>
        </p:nvCxnSpPr>
        <p:spPr>
          <a:xfrm>
            <a:off x="14450724" y="4240485"/>
            <a:ext cx="358847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68E0EDC2-C605-626A-1FA3-521BA02DC6CA}"/>
              </a:ext>
            </a:extLst>
          </p:cNvPr>
          <p:cNvCxnSpPr>
            <a:cxnSpLocks/>
            <a:stCxn id="242" idx="6"/>
            <a:endCxn id="258" idx="2"/>
          </p:cNvCxnSpPr>
          <p:nvPr/>
        </p:nvCxnSpPr>
        <p:spPr>
          <a:xfrm flipV="1">
            <a:off x="14450724" y="4419625"/>
            <a:ext cx="358847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755258C0-E87A-4A68-444A-2FC3E81AE82D}"/>
              </a:ext>
            </a:extLst>
          </p:cNvPr>
          <p:cNvCxnSpPr>
            <a:cxnSpLocks/>
            <a:stCxn id="243" idx="6"/>
            <a:endCxn id="258" idx="2"/>
          </p:cNvCxnSpPr>
          <p:nvPr/>
        </p:nvCxnSpPr>
        <p:spPr>
          <a:xfrm flipV="1">
            <a:off x="14450724" y="4419625"/>
            <a:ext cx="358847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56204F4E-7225-8BC8-52E6-00F5256A45B1}"/>
              </a:ext>
            </a:extLst>
          </p:cNvPr>
          <p:cNvCxnSpPr>
            <a:cxnSpLocks/>
            <a:stCxn id="244" idx="6"/>
            <a:endCxn id="258" idx="2"/>
          </p:cNvCxnSpPr>
          <p:nvPr/>
        </p:nvCxnSpPr>
        <p:spPr>
          <a:xfrm flipV="1">
            <a:off x="14450722" y="4419626"/>
            <a:ext cx="358848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ACAC0424-A04D-77A3-0163-9157B90AC1E8}"/>
              </a:ext>
            </a:extLst>
          </p:cNvPr>
          <p:cNvCxnSpPr>
            <a:cxnSpLocks/>
            <a:stCxn id="244" idx="6"/>
            <a:endCxn id="259" idx="2"/>
          </p:cNvCxnSpPr>
          <p:nvPr/>
        </p:nvCxnSpPr>
        <p:spPr>
          <a:xfrm flipV="1">
            <a:off x="14450722" y="4794428"/>
            <a:ext cx="358848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7AE45574-C74B-25FC-47BB-7EAA370C60F0}"/>
              </a:ext>
            </a:extLst>
          </p:cNvPr>
          <p:cNvCxnSpPr>
            <a:cxnSpLocks/>
            <a:stCxn id="243" idx="6"/>
            <a:endCxn id="260" idx="2"/>
          </p:cNvCxnSpPr>
          <p:nvPr/>
        </p:nvCxnSpPr>
        <p:spPr>
          <a:xfrm>
            <a:off x="14450724" y="4993153"/>
            <a:ext cx="358847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04D2E59C-029A-01CC-CE02-BBA0673A768F}"/>
              </a:ext>
            </a:extLst>
          </p:cNvPr>
          <p:cNvCxnSpPr>
            <a:cxnSpLocks/>
            <a:stCxn id="254" idx="6"/>
            <a:endCxn id="260" idx="2"/>
          </p:cNvCxnSpPr>
          <p:nvPr/>
        </p:nvCxnSpPr>
        <p:spPr>
          <a:xfrm>
            <a:off x="14450724" y="4240485"/>
            <a:ext cx="358847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AFCFA497-3FC3-C541-A120-ECACC2E84FA1}"/>
              </a:ext>
            </a:extLst>
          </p:cNvPr>
          <p:cNvCxnSpPr>
            <a:cxnSpLocks/>
            <a:stCxn id="242" idx="6"/>
            <a:endCxn id="260" idx="2"/>
          </p:cNvCxnSpPr>
          <p:nvPr/>
        </p:nvCxnSpPr>
        <p:spPr>
          <a:xfrm>
            <a:off x="14450724" y="4616819"/>
            <a:ext cx="358847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55F4D6B5-915F-288A-096F-0A46E60A578D}"/>
              </a:ext>
            </a:extLst>
          </p:cNvPr>
          <p:cNvCxnSpPr>
            <a:cxnSpLocks/>
            <a:stCxn id="244" idx="6"/>
            <a:endCxn id="260" idx="2"/>
          </p:cNvCxnSpPr>
          <p:nvPr/>
        </p:nvCxnSpPr>
        <p:spPr>
          <a:xfrm flipV="1">
            <a:off x="14450722" y="5169232"/>
            <a:ext cx="358848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6EA6B8D5-FC36-4306-2AFC-161E809A34FB}"/>
              </a:ext>
            </a:extLst>
          </p:cNvPr>
          <p:cNvCxnSpPr>
            <a:cxnSpLocks/>
            <a:stCxn id="242" idx="6"/>
            <a:endCxn id="259" idx="2"/>
          </p:cNvCxnSpPr>
          <p:nvPr/>
        </p:nvCxnSpPr>
        <p:spPr>
          <a:xfrm>
            <a:off x="14450724" y="4616820"/>
            <a:ext cx="358847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85878ECE-91AE-B972-0ED3-1A85CA321C66}"/>
              </a:ext>
            </a:extLst>
          </p:cNvPr>
          <p:cNvCxnSpPr>
            <a:cxnSpLocks/>
            <a:stCxn id="243" idx="6"/>
            <a:endCxn id="259" idx="2"/>
          </p:cNvCxnSpPr>
          <p:nvPr/>
        </p:nvCxnSpPr>
        <p:spPr>
          <a:xfrm flipV="1">
            <a:off x="14450724" y="4794429"/>
            <a:ext cx="358847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E9945B15-FC3B-798C-DDEE-2AE427E50ABE}"/>
              </a:ext>
            </a:extLst>
          </p:cNvPr>
          <p:cNvCxnSpPr>
            <a:cxnSpLocks/>
            <a:stCxn id="254" idx="6"/>
            <a:endCxn id="259" idx="2"/>
          </p:cNvCxnSpPr>
          <p:nvPr/>
        </p:nvCxnSpPr>
        <p:spPr>
          <a:xfrm>
            <a:off x="14450724" y="4240486"/>
            <a:ext cx="358847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5" name="Picture 274">
            <a:extLst>
              <a:ext uri="{FF2B5EF4-FFF2-40B4-BE49-F238E27FC236}">
                <a16:creationId xmlns:a16="http://schemas.microsoft.com/office/drawing/2014/main" id="{308EEC21-B8B3-5499-7C5A-78CC999D2A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69" t="-1525" r="33594"/>
          <a:stretch>
            <a:fillRect/>
          </a:stretch>
        </p:blipFill>
        <p:spPr>
          <a:xfrm>
            <a:off x="11929566" y="4532531"/>
            <a:ext cx="285750" cy="559665"/>
          </a:xfrm>
          <a:prstGeom prst="rect">
            <a:avLst/>
          </a:prstGeom>
        </p:spPr>
      </p:pic>
      <p:sp>
        <p:nvSpPr>
          <p:cNvPr id="277" name="Double Bracket 276">
            <a:extLst>
              <a:ext uri="{FF2B5EF4-FFF2-40B4-BE49-F238E27FC236}">
                <a16:creationId xmlns:a16="http://schemas.microsoft.com/office/drawing/2014/main" id="{2D260C1D-FE73-097D-1EC4-52B6DE894E9A}"/>
              </a:ext>
            </a:extLst>
          </p:cNvPr>
          <p:cNvSpPr/>
          <p:nvPr/>
        </p:nvSpPr>
        <p:spPr>
          <a:xfrm>
            <a:off x="12930482" y="4178447"/>
            <a:ext cx="4501596" cy="128179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31EBB3CC-82F7-A557-A0BC-8C9570195126}"/>
              </a:ext>
            </a:extLst>
          </p:cNvPr>
          <p:cNvSpPr/>
          <p:nvPr/>
        </p:nvSpPr>
        <p:spPr>
          <a:xfrm>
            <a:off x="16008800" y="4368590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CFB34406-7D1B-C85A-BEF2-896DBC4DD3F8}"/>
              </a:ext>
            </a:extLst>
          </p:cNvPr>
          <p:cNvSpPr/>
          <p:nvPr/>
        </p:nvSpPr>
        <p:spPr>
          <a:xfrm>
            <a:off x="16008800" y="4743393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B504DFBA-DB23-F6EC-7658-187A26D049F3}"/>
              </a:ext>
            </a:extLst>
          </p:cNvPr>
          <p:cNvSpPr/>
          <p:nvPr/>
        </p:nvSpPr>
        <p:spPr>
          <a:xfrm>
            <a:off x="16008800" y="5118196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C39A36DC-6669-3699-27AD-3A2AF77C6855}"/>
              </a:ext>
            </a:extLst>
          </p:cNvPr>
          <p:cNvSpPr/>
          <p:nvPr/>
        </p:nvSpPr>
        <p:spPr>
          <a:xfrm>
            <a:off x="16491723" y="4565784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0DB21651-B3B9-371B-ED85-FD4B8DE76813}"/>
              </a:ext>
            </a:extLst>
          </p:cNvPr>
          <p:cNvSpPr/>
          <p:nvPr/>
        </p:nvSpPr>
        <p:spPr>
          <a:xfrm>
            <a:off x="16491723" y="4942118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7AE9F996-42F7-4D48-3B96-3BFE098DE297}"/>
              </a:ext>
            </a:extLst>
          </p:cNvPr>
          <p:cNvSpPr/>
          <p:nvPr/>
        </p:nvSpPr>
        <p:spPr>
          <a:xfrm>
            <a:off x="16491722" y="5318453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249B8305-28D6-DC49-F1C3-A740B6974D19}"/>
              </a:ext>
            </a:extLst>
          </p:cNvPr>
          <p:cNvCxnSpPr>
            <a:cxnSpLocks/>
            <a:stCxn id="278" idx="6"/>
            <a:endCxn id="281" idx="2"/>
          </p:cNvCxnSpPr>
          <p:nvPr/>
        </p:nvCxnSpPr>
        <p:spPr>
          <a:xfrm>
            <a:off x="16132876" y="4430628"/>
            <a:ext cx="358846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4EB34449-9855-7687-BDA2-D27877C8B8EB}"/>
              </a:ext>
            </a:extLst>
          </p:cNvPr>
          <p:cNvCxnSpPr>
            <a:cxnSpLocks/>
            <a:stCxn id="278" idx="6"/>
            <a:endCxn id="282" idx="2"/>
          </p:cNvCxnSpPr>
          <p:nvPr/>
        </p:nvCxnSpPr>
        <p:spPr>
          <a:xfrm>
            <a:off x="16132876" y="4430628"/>
            <a:ext cx="358846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C77E4344-1812-CF62-FA7A-F67E890E376E}"/>
              </a:ext>
            </a:extLst>
          </p:cNvPr>
          <p:cNvCxnSpPr>
            <a:cxnSpLocks/>
            <a:stCxn id="278" idx="6"/>
            <a:endCxn id="283" idx="2"/>
          </p:cNvCxnSpPr>
          <p:nvPr/>
        </p:nvCxnSpPr>
        <p:spPr>
          <a:xfrm>
            <a:off x="16132877" y="4430629"/>
            <a:ext cx="358845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23380C64-AD82-3E35-D14B-856DB39DA88C}"/>
              </a:ext>
            </a:extLst>
          </p:cNvPr>
          <p:cNvCxnSpPr>
            <a:cxnSpLocks/>
            <a:stCxn id="279" idx="6"/>
            <a:endCxn id="281" idx="2"/>
          </p:cNvCxnSpPr>
          <p:nvPr/>
        </p:nvCxnSpPr>
        <p:spPr>
          <a:xfrm flipV="1">
            <a:off x="16132876" y="4627823"/>
            <a:ext cx="358846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22D48BA1-582D-CAF3-1F1B-A456148F225A}"/>
              </a:ext>
            </a:extLst>
          </p:cNvPr>
          <p:cNvCxnSpPr>
            <a:cxnSpLocks/>
            <a:stCxn id="279" idx="6"/>
            <a:endCxn id="282" idx="2"/>
          </p:cNvCxnSpPr>
          <p:nvPr/>
        </p:nvCxnSpPr>
        <p:spPr>
          <a:xfrm>
            <a:off x="16132876" y="4805432"/>
            <a:ext cx="358846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53ADDCF9-4430-6815-F86F-F0B80E6A7B01}"/>
              </a:ext>
            </a:extLst>
          </p:cNvPr>
          <p:cNvCxnSpPr>
            <a:cxnSpLocks/>
            <a:stCxn id="280" idx="6"/>
            <a:endCxn id="283" idx="2"/>
          </p:cNvCxnSpPr>
          <p:nvPr/>
        </p:nvCxnSpPr>
        <p:spPr>
          <a:xfrm>
            <a:off x="16132877" y="5180235"/>
            <a:ext cx="358845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C424FE3F-388B-05AF-C1FE-860513D7D836}"/>
              </a:ext>
            </a:extLst>
          </p:cNvPr>
          <p:cNvCxnSpPr>
            <a:cxnSpLocks/>
            <a:stCxn id="279" idx="6"/>
            <a:endCxn id="283" idx="2"/>
          </p:cNvCxnSpPr>
          <p:nvPr/>
        </p:nvCxnSpPr>
        <p:spPr>
          <a:xfrm>
            <a:off x="16132877" y="4805431"/>
            <a:ext cx="358845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B0C154B0-5B8F-DE14-CBD3-B83116C02688}"/>
              </a:ext>
            </a:extLst>
          </p:cNvPr>
          <p:cNvCxnSpPr>
            <a:cxnSpLocks/>
            <a:stCxn id="280" idx="6"/>
            <a:endCxn id="281" idx="2"/>
          </p:cNvCxnSpPr>
          <p:nvPr/>
        </p:nvCxnSpPr>
        <p:spPr>
          <a:xfrm flipV="1">
            <a:off x="16132876" y="4627822"/>
            <a:ext cx="358846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68BFAAE1-4293-E305-6B76-5B2260B289FC}"/>
              </a:ext>
            </a:extLst>
          </p:cNvPr>
          <p:cNvCxnSpPr>
            <a:cxnSpLocks/>
            <a:stCxn id="280" idx="6"/>
            <a:endCxn id="282" idx="2"/>
          </p:cNvCxnSpPr>
          <p:nvPr/>
        </p:nvCxnSpPr>
        <p:spPr>
          <a:xfrm flipV="1">
            <a:off x="16132876" y="5004156"/>
            <a:ext cx="358846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Oval 292">
            <a:extLst>
              <a:ext uri="{FF2B5EF4-FFF2-40B4-BE49-F238E27FC236}">
                <a16:creationId xmlns:a16="http://schemas.microsoft.com/office/drawing/2014/main" id="{0A64B547-3203-4E67-85B0-B080E7624676}"/>
              </a:ext>
            </a:extLst>
          </p:cNvPr>
          <p:cNvSpPr/>
          <p:nvPr/>
        </p:nvSpPr>
        <p:spPr>
          <a:xfrm>
            <a:off x="16491723" y="4189450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88FFBCEA-AE76-84F2-D3F7-51A5B889297C}"/>
              </a:ext>
            </a:extLst>
          </p:cNvPr>
          <p:cNvCxnSpPr>
            <a:cxnSpLocks/>
            <a:stCxn id="278" idx="6"/>
            <a:endCxn id="293" idx="2"/>
          </p:cNvCxnSpPr>
          <p:nvPr/>
        </p:nvCxnSpPr>
        <p:spPr>
          <a:xfrm flipV="1">
            <a:off x="16132876" y="4251488"/>
            <a:ext cx="358846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B73515DE-DD9D-2595-8A70-2A3D2C6782AF}"/>
              </a:ext>
            </a:extLst>
          </p:cNvPr>
          <p:cNvCxnSpPr>
            <a:cxnSpLocks/>
            <a:stCxn id="279" idx="6"/>
            <a:endCxn id="293" idx="2"/>
          </p:cNvCxnSpPr>
          <p:nvPr/>
        </p:nvCxnSpPr>
        <p:spPr>
          <a:xfrm flipV="1">
            <a:off x="16132876" y="4251489"/>
            <a:ext cx="358846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02B7171C-B678-3C00-BBD1-6C94252FCC7E}"/>
              </a:ext>
            </a:extLst>
          </p:cNvPr>
          <p:cNvCxnSpPr>
            <a:cxnSpLocks/>
            <a:stCxn id="280" idx="6"/>
            <a:endCxn id="293" idx="2"/>
          </p:cNvCxnSpPr>
          <p:nvPr/>
        </p:nvCxnSpPr>
        <p:spPr>
          <a:xfrm flipV="1">
            <a:off x="16132876" y="4251488"/>
            <a:ext cx="358846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Oval 296">
            <a:extLst>
              <a:ext uri="{FF2B5EF4-FFF2-40B4-BE49-F238E27FC236}">
                <a16:creationId xmlns:a16="http://schemas.microsoft.com/office/drawing/2014/main" id="{F81C6B87-37EE-D1A6-15B8-6090D54D1D22}"/>
              </a:ext>
            </a:extLst>
          </p:cNvPr>
          <p:cNvSpPr/>
          <p:nvPr/>
        </p:nvSpPr>
        <p:spPr>
          <a:xfrm>
            <a:off x="16974647" y="4368590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76C80CD1-5163-8243-16BD-391176012F39}"/>
              </a:ext>
            </a:extLst>
          </p:cNvPr>
          <p:cNvSpPr/>
          <p:nvPr/>
        </p:nvSpPr>
        <p:spPr>
          <a:xfrm>
            <a:off x="16974647" y="4743393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F451A4CF-2556-D9BF-F7F9-B3E856A7247C}"/>
              </a:ext>
            </a:extLst>
          </p:cNvPr>
          <p:cNvSpPr/>
          <p:nvPr/>
        </p:nvSpPr>
        <p:spPr>
          <a:xfrm>
            <a:off x="16974647" y="5118196"/>
            <a:ext cx="124077" cy="12407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B74CD82B-B35B-C0B5-8E96-314D4706D0B5}"/>
              </a:ext>
            </a:extLst>
          </p:cNvPr>
          <p:cNvCxnSpPr>
            <a:cxnSpLocks/>
            <a:stCxn id="293" idx="6"/>
            <a:endCxn id="297" idx="2"/>
          </p:cNvCxnSpPr>
          <p:nvPr/>
        </p:nvCxnSpPr>
        <p:spPr>
          <a:xfrm>
            <a:off x="16615800" y="4251488"/>
            <a:ext cx="358847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56BA821B-B9CF-F72F-7863-F147D685AFCA}"/>
              </a:ext>
            </a:extLst>
          </p:cNvPr>
          <p:cNvCxnSpPr>
            <a:cxnSpLocks/>
            <a:stCxn id="281" idx="6"/>
            <a:endCxn id="297" idx="2"/>
          </p:cNvCxnSpPr>
          <p:nvPr/>
        </p:nvCxnSpPr>
        <p:spPr>
          <a:xfrm flipV="1">
            <a:off x="16615800" y="4430628"/>
            <a:ext cx="358847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B063E051-BFCA-E821-8174-6DDFA472C29E}"/>
              </a:ext>
            </a:extLst>
          </p:cNvPr>
          <p:cNvCxnSpPr>
            <a:cxnSpLocks/>
            <a:stCxn id="282" idx="6"/>
            <a:endCxn id="297" idx="2"/>
          </p:cNvCxnSpPr>
          <p:nvPr/>
        </p:nvCxnSpPr>
        <p:spPr>
          <a:xfrm flipV="1">
            <a:off x="16615800" y="4430628"/>
            <a:ext cx="358847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46211D37-D70E-0008-762C-2DE26C65ED54}"/>
              </a:ext>
            </a:extLst>
          </p:cNvPr>
          <p:cNvCxnSpPr>
            <a:cxnSpLocks/>
            <a:stCxn id="283" idx="6"/>
            <a:endCxn id="297" idx="2"/>
          </p:cNvCxnSpPr>
          <p:nvPr/>
        </p:nvCxnSpPr>
        <p:spPr>
          <a:xfrm flipV="1">
            <a:off x="16615798" y="4430629"/>
            <a:ext cx="358848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ACE4ECC5-E251-9AA5-369C-11BF2CEEBD00}"/>
              </a:ext>
            </a:extLst>
          </p:cNvPr>
          <p:cNvCxnSpPr>
            <a:cxnSpLocks/>
            <a:stCxn id="283" idx="6"/>
            <a:endCxn id="298" idx="2"/>
          </p:cNvCxnSpPr>
          <p:nvPr/>
        </p:nvCxnSpPr>
        <p:spPr>
          <a:xfrm flipV="1">
            <a:off x="16615798" y="4805431"/>
            <a:ext cx="358848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D1C5AC29-5C38-DED9-3B13-8BDAAE5B53C1}"/>
              </a:ext>
            </a:extLst>
          </p:cNvPr>
          <p:cNvCxnSpPr>
            <a:cxnSpLocks/>
            <a:stCxn id="282" idx="6"/>
            <a:endCxn id="299" idx="2"/>
          </p:cNvCxnSpPr>
          <p:nvPr/>
        </p:nvCxnSpPr>
        <p:spPr>
          <a:xfrm>
            <a:off x="16615800" y="5004156"/>
            <a:ext cx="358847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E9DB08D7-1E38-8C1C-9B12-00BB47071EA0}"/>
              </a:ext>
            </a:extLst>
          </p:cNvPr>
          <p:cNvCxnSpPr>
            <a:cxnSpLocks/>
            <a:stCxn id="293" idx="6"/>
            <a:endCxn id="299" idx="2"/>
          </p:cNvCxnSpPr>
          <p:nvPr/>
        </p:nvCxnSpPr>
        <p:spPr>
          <a:xfrm>
            <a:off x="16615800" y="4251488"/>
            <a:ext cx="358847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A396094B-3EDA-3133-F5E6-A02BF517F7EB}"/>
              </a:ext>
            </a:extLst>
          </p:cNvPr>
          <p:cNvCxnSpPr>
            <a:cxnSpLocks/>
            <a:stCxn id="281" idx="6"/>
            <a:endCxn id="299" idx="2"/>
          </p:cNvCxnSpPr>
          <p:nvPr/>
        </p:nvCxnSpPr>
        <p:spPr>
          <a:xfrm>
            <a:off x="16615800" y="4627822"/>
            <a:ext cx="358847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Arrow Connector 307">
            <a:extLst>
              <a:ext uri="{FF2B5EF4-FFF2-40B4-BE49-F238E27FC236}">
                <a16:creationId xmlns:a16="http://schemas.microsoft.com/office/drawing/2014/main" id="{195943C6-3E85-AAA6-BA63-F6D005926545}"/>
              </a:ext>
            </a:extLst>
          </p:cNvPr>
          <p:cNvCxnSpPr>
            <a:cxnSpLocks/>
            <a:stCxn id="283" idx="6"/>
            <a:endCxn id="299" idx="2"/>
          </p:cNvCxnSpPr>
          <p:nvPr/>
        </p:nvCxnSpPr>
        <p:spPr>
          <a:xfrm flipV="1">
            <a:off x="16615798" y="5180235"/>
            <a:ext cx="358848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Arrow Connector 308">
            <a:extLst>
              <a:ext uri="{FF2B5EF4-FFF2-40B4-BE49-F238E27FC236}">
                <a16:creationId xmlns:a16="http://schemas.microsoft.com/office/drawing/2014/main" id="{4CA2D203-EECB-9C02-0653-FCA5FAF8D79E}"/>
              </a:ext>
            </a:extLst>
          </p:cNvPr>
          <p:cNvCxnSpPr>
            <a:cxnSpLocks/>
            <a:stCxn id="281" idx="6"/>
            <a:endCxn id="298" idx="2"/>
          </p:cNvCxnSpPr>
          <p:nvPr/>
        </p:nvCxnSpPr>
        <p:spPr>
          <a:xfrm>
            <a:off x="16615800" y="4627823"/>
            <a:ext cx="358847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Arrow Connector 309">
            <a:extLst>
              <a:ext uri="{FF2B5EF4-FFF2-40B4-BE49-F238E27FC236}">
                <a16:creationId xmlns:a16="http://schemas.microsoft.com/office/drawing/2014/main" id="{01E097FE-FD12-210E-8F55-6E0BC0A26ABE}"/>
              </a:ext>
            </a:extLst>
          </p:cNvPr>
          <p:cNvCxnSpPr>
            <a:cxnSpLocks/>
            <a:stCxn id="282" idx="6"/>
            <a:endCxn id="298" idx="2"/>
          </p:cNvCxnSpPr>
          <p:nvPr/>
        </p:nvCxnSpPr>
        <p:spPr>
          <a:xfrm flipV="1">
            <a:off x="16615800" y="4805432"/>
            <a:ext cx="358847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8DB65C93-84A7-6FC4-93E7-6F3EED08DA73}"/>
              </a:ext>
            </a:extLst>
          </p:cNvPr>
          <p:cNvCxnSpPr>
            <a:cxnSpLocks/>
            <a:stCxn id="293" idx="6"/>
            <a:endCxn id="298" idx="2"/>
          </p:cNvCxnSpPr>
          <p:nvPr/>
        </p:nvCxnSpPr>
        <p:spPr>
          <a:xfrm>
            <a:off x="16615800" y="4251489"/>
            <a:ext cx="358847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5" name="Picture 314">
            <a:extLst>
              <a:ext uri="{FF2B5EF4-FFF2-40B4-BE49-F238E27FC236}">
                <a16:creationId xmlns:a16="http://schemas.microsoft.com/office/drawing/2014/main" id="{2DAA0F43-AE8E-B011-BD1F-711E23AE6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538" y="4575961"/>
            <a:ext cx="3277193" cy="556504"/>
          </a:xfrm>
          <a:prstGeom prst="rect">
            <a:avLst/>
          </a:prstGeom>
        </p:spPr>
      </p:pic>
      <p:pic>
        <p:nvPicPr>
          <p:cNvPr id="317" name="Picture 316">
            <a:extLst>
              <a:ext uri="{FF2B5EF4-FFF2-40B4-BE49-F238E27FC236}">
                <a16:creationId xmlns:a16="http://schemas.microsoft.com/office/drawing/2014/main" id="{D1CBF9B4-3A74-2087-1656-BF035F6564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035"/>
          <a:stretch>
            <a:fillRect/>
          </a:stretch>
        </p:blipFill>
        <p:spPr>
          <a:xfrm>
            <a:off x="13879596" y="3707654"/>
            <a:ext cx="623093" cy="294900"/>
          </a:xfrm>
          <a:prstGeom prst="rect">
            <a:avLst/>
          </a:prstGeom>
        </p:spPr>
      </p:pic>
      <p:pic>
        <p:nvPicPr>
          <p:cNvPr id="319" name="Picture 318">
            <a:extLst>
              <a:ext uri="{FF2B5EF4-FFF2-40B4-BE49-F238E27FC236}">
                <a16:creationId xmlns:a16="http://schemas.microsoft.com/office/drawing/2014/main" id="{075E388A-F61A-A5A7-7609-FA19566F1C7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" b="2631"/>
          <a:stretch>
            <a:fillRect/>
          </a:stretch>
        </p:blipFill>
        <p:spPr>
          <a:xfrm>
            <a:off x="16140727" y="3721387"/>
            <a:ext cx="648094" cy="311422"/>
          </a:xfrm>
          <a:prstGeom prst="rect">
            <a:avLst/>
          </a:prstGeom>
        </p:spPr>
      </p:pic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2E6CD44E-00F1-11FE-29EE-1CC8E28113C0}"/>
              </a:ext>
            </a:extLst>
          </p:cNvPr>
          <p:cNvCxnSpPr>
            <a:cxnSpLocks/>
          </p:cNvCxnSpPr>
          <p:nvPr/>
        </p:nvCxnSpPr>
        <p:spPr>
          <a:xfrm>
            <a:off x="13501731" y="4421216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09D492E9-A74E-80DA-4D33-5416085722A5}"/>
              </a:ext>
            </a:extLst>
          </p:cNvPr>
          <p:cNvCxnSpPr>
            <a:cxnSpLocks/>
          </p:cNvCxnSpPr>
          <p:nvPr/>
        </p:nvCxnSpPr>
        <p:spPr>
          <a:xfrm>
            <a:off x="13501731" y="4802216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694FDDB7-8861-1A7E-24BD-B8471032584C}"/>
              </a:ext>
            </a:extLst>
          </p:cNvPr>
          <p:cNvCxnSpPr>
            <a:cxnSpLocks/>
          </p:cNvCxnSpPr>
          <p:nvPr/>
        </p:nvCxnSpPr>
        <p:spPr>
          <a:xfrm>
            <a:off x="13501731" y="5183219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Left Brace 323">
            <a:extLst>
              <a:ext uri="{FF2B5EF4-FFF2-40B4-BE49-F238E27FC236}">
                <a16:creationId xmlns:a16="http://schemas.microsoft.com/office/drawing/2014/main" id="{8B0648E2-1EE9-7500-1E99-5C3A512011C5}"/>
              </a:ext>
            </a:extLst>
          </p:cNvPr>
          <p:cNvSpPr/>
          <p:nvPr/>
        </p:nvSpPr>
        <p:spPr>
          <a:xfrm>
            <a:off x="13233982" y="4321203"/>
            <a:ext cx="241461" cy="97155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6" name="Picture 325">
            <a:extLst>
              <a:ext uri="{FF2B5EF4-FFF2-40B4-BE49-F238E27FC236}">
                <a16:creationId xmlns:a16="http://schemas.microsoft.com/office/drawing/2014/main" id="{CFBDCA19-CD71-37A0-6636-BBEEAF62F2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42007" y="4764899"/>
            <a:ext cx="177800" cy="152400"/>
          </a:xfrm>
          <a:prstGeom prst="rect">
            <a:avLst/>
          </a:prstGeom>
        </p:spPr>
      </p:pic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EC88A59F-9255-BFC9-8946-D82324F97C22}"/>
              </a:ext>
            </a:extLst>
          </p:cNvPr>
          <p:cNvCxnSpPr>
            <a:cxnSpLocks/>
          </p:cNvCxnSpPr>
          <p:nvPr/>
        </p:nvCxnSpPr>
        <p:spPr>
          <a:xfrm>
            <a:off x="15713991" y="4409562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0DFD2123-2681-D1B4-982E-F6FFB30800FC}"/>
              </a:ext>
            </a:extLst>
          </p:cNvPr>
          <p:cNvCxnSpPr>
            <a:cxnSpLocks/>
          </p:cNvCxnSpPr>
          <p:nvPr/>
        </p:nvCxnSpPr>
        <p:spPr>
          <a:xfrm>
            <a:off x="15713991" y="4790562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9EF24DDF-FA5B-934C-64C9-17EBF28E2CAD}"/>
              </a:ext>
            </a:extLst>
          </p:cNvPr>
          <p:cNvCxnSpPr>
            <a:cxnSpLocks/>
          </p:cNvCxnSpPr>
          <p:nvPr/>
        </p:nvCxnSpPr>
        <p:spPr>
          <a:xfrm>
            <a:off x="15713991" y="5171565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Left Brace 339">
            <a:extLst>
              <a:ext uri="{FF2B5EF4-FFF2-40B4-BE49-F238E27FC236}">
                <a16:creationId xmlns:a16="http://schemas.microsoft.com/office/drawing/2014/main" id="{363988EF-E809-CFEA-45E4-8453190D62E9}"/>
              </a:ext>
            </a:extLst>
          </p:cNvPr>
          <p:cNvSpPr/>
          <p:nvPr/>
        </p:nvSpPr>
        <p:spPr>
          <a:xfrm>
            <a:off x="15446242" y="4309549"/>
            <a:ext cx="241461" cy="97155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1" name="Picture 340">
            <a:extLst>
              <a:ext uri="{FF2B5EF4-FFF2-40B4-BE49-F238E27FC236}">
                <a16:creationId xmlns:a16="http://schemas.microsoft.com/office/drawing/2014/main" id="{D594EE1E-142A-6C1B-41B5-37730826EF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54267" y="4753245"/>
            <a:ext cx="177800" cy="152400"/>
          </a:xfrm>
          <a:prstGeom prst="rect">
            <a:avLst/>
          </a:prstGeom>
        </p:spPr>
      </p:pic>
      <p:sp>
        <p:nvSpPr>
          <p:cNvPr id="342" name="TextBox 341">
            <a:extLst>
              <a:ext uri="{FF2B5EF4-FFF2-40B4-BE49-F238E27FC236}">
                <a16:creationId xmlns:a16="http://schemas.microsoft.com/office/drawing/2014/main" id="{FB40CCD7-77D5-5990-8662-A32AB4112E4C}"/>
              </a:ext>
            </a:extLst>
          </p:cNvPr>
          <p:cNvSpPr txBox="1"/>
          <p:nvPr/>
        </p:nvSpPr>
        <p:spPr>
          <a:xfrm>
            <a:off x="8529809" y="3584338"/>
            <a:ext cx="371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Activation Similarity</a:t>
            </a:r>
          </a:p>
        </p:txBody>
      </p:sp>
      <p:pic>
        <p:nvPicPr>
          <p:cNvPr id="347" name="Picture 346">
            <a:extLst>
              <a:ext uri="{FF2B5EF4-FFF2-40B4-BE49-F238E27FC236}">
                <a16:creationId xmlns:a16="http://schemas.microsoft.com/office/drawing/2014/main" id="{0699AFF4-2B9F-9918-916B-011C649067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69" t="-1525" r="33594"/>
          <a:stretch>
            <a:fillRect/>
          </a:stretch>
        </p:blipFill>
        <p:spPr>
          <a:xfrm>
            <a:off x="17541152" y="4495118"/>
            <a:ext cx="285750" cy="559665"/>
          </a:xfrm>
          <a:prstGeom prst="rect">
            <a:avLst/>
          </a:prstGeom>
        </p:spPr>
      </p:pic>
      <p:pic>
        <p:nvPicPr>
          <p:cNvPr id="350" name="Picture 349">
            <a:extLst>
              <a:ext uri="{FF2B5EF4-FFF2-40B4-BE49-F238E27FC236}">
                <a16:creationId xmlns:a16="http://schemas.microsoft.com/office/drawing/2014/main" id="{A740FD27-504B-BEB7-4EF7-A9B15BA6AA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00441" y="4648109"/>
            <a:ext cx="558800" cy="317500"/>
          </a:xfrm>
          <a:prstGeom prst="rect">
            <a:avLst/>
          </a:prstGeom>
        </p:spPr>
      </p:pic>
      <p:sp>
        <p:nvSpPr>
          <p:cNvPr id="355" name="TextBox 354">
            <a:extLst>
              <a:ext uri="{FF2B5EF4-FFF2-40B4-BE49-F238E27FC236}">
                <a16:creationId xmlns:a16="http://schemas.microsoft.com/office/drawing/2014/main" id="{0E2C0473-71DE-763B-A0D4-B7350E3ED83D}"/>
              </a:ext>
            </a:extLst>
          </p:cNvPr>
          <p:cNvSpPr txBox="1"/>
          <p:nvPr/>
        </p:nvSpPr>
        <p:spPr>
          <a:xfrm>
            <a:off x="8545408" y="5948655"/>
            <a:ext cx="371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Tensor Similarity</a:t>
            </a: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1E621731-8646-9A89-2FB5-D20C543CB2F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11518" r="43190"/>
          <a:stretch>
            <a:fillRect/>
          </a:stretch>
        </p:blipFill>
        <p:spPr>
          <a:xfrm>
            <a:off x="8485311" y="7047398"/>
            <a:ext cx="1731581" cy="651484"/>
          </a:xfrm>
          <a:prstGeom prst="rect">
            <a:avLst/>
          </a:prstGeom>
        </p:spPr>
      </p:pic>
      <p:pic>
        <p:nvPicPr>
          <p:cNvPr id="392" name="Picture 391">
            <a:extLst>
              <a:ext uri="{FF2B5EF4-FFF2-40B4-BE49-F238E27FC236}">
                <a16:creationId xmlns:a16="http://schemas.microsoft.com/office/drawing/2014/main" id="{EFFF5BF2-DA04-6EE6-03DE-13B35438A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458" y="6376462"/>
            <a:ext cx="241449" cy="278595"/>
          </a:xfrm>
          <a:prstGeom prst="rect">
            <a:avLst/>
          </a:prstGeom>
        </p:spPr>
      </p:pic>
      <p:pic>
        <p:nvPicPr>
          <p:cNvPr id="393" name="Picture 392">
            <a:extLst>
              <a:ext uri="{FF2B5EF4-FFF2-40B4-BE49-F238E27FC236}">
                <a16:creationId xmlns:a16="http://schemas.microsoft.com/office/drawing/2014/main" id="{0C16A3B1-CF71-5D9C-CB87-B098E2879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7738" y="6244434"/>
            <a:ext cx="293671" cy="367089"/>
          </a:xfrm>
          <a:prstGeom prst="rect">
            <a:avLst/>
          </a:prstGeom>
        </p:spPr>
      </p:pic>
      <p:pic>
        <p:nvPicPr>
          <p:cNvPr id="394" name="Picture 393">
            <a:extLst>
              <a:ext uri="{FF2B5EF4-FFF2-40B4-BE49-F238E27FC236}">
                <a16:creationId xmlns:a16="http://schemas.microsoft.com/office/drawing/2014/main" id="{3B621737-E5FC-6AF6-7260-CE9BEFB53B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69" t="-1525" r="33594"/>
          <a:stretch>
            <a:fillRect/>
          </a:stretch>
        </p:blipFill>
        <p:spPr>
          <a:xfrm>
            <a:off x="11947601" y="7082961"/>
            <a:ext cx="285750" cy="559665"/>
          </a:xfrm>
          <a:prstGeom prst="rect">
            <a:avLst/>
          </a:prstGeom>
        </p:spPr>
      </p:pic>
      <p:sp>
        <p:nvSpPr>
          <p:cNvPr id="396" name="Double Bracket 395">
            <a:extLst>
              <a:ext uri="{FF2B5EF4-FFF2-40B4-BE49-F238E27FC236}">
                <a16:creationId xmlns:a16="http://schemas.microsoft.com/office/drawing/2014/main" id="{0EE5A9BE-5720-7FE3-EF22-C0651761412B}"/>
              </a:ext>
            </a:extLst>
          </p:cNvPr>
          <p:cNvSpPr/>
          <p:nvPr/>
        </p:nvSpPr>
        <p:spPr>
          <a:xfrm>
            <a:off x="12974378" y="6718985"/>
            <a:ext cx="4443413" cy="128179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3" name="Picture 432">
            <a:extLst>
              <a:ext uri="{FF2B5EF4-FFF2-40B4-BE49-F238E27FC236}">
                <a16:creationId xmlns:a16="http://schemas.microsoft.com/office/drawing/2014/main" id="{83B8C6BF-F0A3-9A7F-0F0E-4CA1B31775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68411" y="1650983"/>
            <a:ext cx="575299" cy="328742"/>
          </a:xfrm>
          <a:prstGeom prst="rect">
            <a:avLst/>
          </a:prstGeom>
        </p:spPr>
      </p:pic>
      <p:pic>
        <p:nvPicPr>
          <p:cNvPr id="435" name="Picture 434">
            <a:extLst>
              <a:ext uri="{FF2B5EF4-FFF2-40B4-BE49-F238E27FC236}">
                <a16:creationId xmlns:a16="http://schemas.microsoft.com/office/drawing/2014/main" id="{7BB7CD3F-53A6-5428-4BBF-597D974F62E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358682" y="3032032"/>
            <a:ext cx="533904" cy="355936"/>
          </a:xfrm>
          <a:prstGeom prst="rect">
            <a:avLst/>
          </a:prstGeom>
        </p:spPr>
      </p:pic>
      <p:pic>
        <p:nvPicPr>
          <p:cNvPr id="437" name="Picture 436">
            <a:extLst>
              <a:ext uri="{FF2B5EF4-FFF2-40B4-BE49-F238E27FC236}">
                <a16:creationId xmlns:a16="http://schemas.microsoft.com/office/drawing/2014/main" id="{C3FF8661-9B58-BE38-C198-97FF2453FB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503766" y="3913181"/>
            <a:ext cx="720724" cy="398518"/>
          </a:xfrm>
          <a:prstGeom prst="rect">
            <a:avLst/>
          </a:prstGeom>
        </p:spPr>
      </p:pic>
      <p:pic>
        <p:nvPicPr>
          <p:cNvPr id="439" name="Picture 438">
            <a:extLst>
              <a:ext uri="{FF2B5EF4-FFF2-40B4-BE49-F238E27FC236}">
                <a16:creationId xmlns:a16="http://schemas.microsoft.com/office/drawing/2014/main" id="{BA7FEC3B-94BE-297D-DD8D-9EEF71E55E2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393165" y="5354687"/>
            <a:ext cx="763478" cy="3730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5A668DB6-F454-958F-5E99-1B715E3C5258}"/>
                  </a:ext>
                </a:extLst>
              </p:cNvPr>
              <p:cNvSpPr txBox="1"/>
              <p:nvPr/>
            </p:nvSpPr>
            <p:spPr>
              <a:xfrm>
                <a:off x="14954155" y="7581183"/>
                <a:ext cx="3862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5A668DB6-F454-958F-5E99-1B715E3C5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4155" y="7581183"/>
                <a:ext cx="386276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2" name="Picture 441">
            <a:extLst>
              <a:ext uri="{FF2B5EF4-FFF2-40B4-BE49-F238E27FC236}">
                <a16:creationId xmlns:a16="http://schemas.microsoft.com/office/drawing/2014/main" id="{6497C4B3-53C8-A92B-6B10-1BC9AAB4755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246647" y="7158836"/>
            <a:ext cx="635000" cy="393700"/>
          </a:xfrm>
          <a:prstGeom prst="rect">
            <a:avLst/>
          </a:prstGeom>
        </p:spPr>
      </p:pic>
      <p:pic>
        <p:nvPicPr>
          <p:cNvPr id="445" name="Picture 444">
            <a:extLst>
              <a:ext uri="{FF2B5EF4-FFF2-40B4-BE49-F238E27FC236}">
                <a16:creationId xmlns:a16="http://schemas.microsoft.com/office/drawing/2014/main" id="{7418766F-B263-513A-ADD7-B41607E6D80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15791" y="1351077"/>
            <a:ext cx="787611" cy="348207"/>
          </a:xfrm>
          <a:prstGeom prst="rect">
            <a:avLst/>
          </a:prstGeom>
        </p:spPr>
      </p:pic>
      <p:pic>
        <p:nvPicPr>
          <p:cNvPr id="447" name="Picture 446">
            <a:extLst>
              <a:ext uri="{FF2B5EF4-FFF2-40B4-BE49-F238E27FC236}">
                <a16:creationId xmlns:a16="http://schemas.microsoft.com/office/drawing/2014/main" id="{19018541-E746-0B9C-A6DE-CA970BE1F66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571904" y="3692557"/>
            <a:ext cx="860425" cy="289049"/>
          </a:xfrm>
          <a:prstGeom prst="rect">
            <a:avLst/>
          </a:prstGeom>
        </p:spPr>
      </p:pic>
      <p:sp>
        <p:nvSpPr>
          <p:cNvPr id="448" name="Rounded Rectangle 447">
            <a:extLst>
              <a:ext uri="{FF2B5EF4-FFF2-40B4-BE49-F238E27FC236}">
                <a16:creationId xmlns:a16="http://schemas.microsoft.com/office/drawing/2014/main" id="{8BAE7B3F-F12A-AABC-54F1-47E69CC1D6FC}"/>
              </a:ext>
            </a:extLst>
          </p:cNvPr>
          <p:cNvSpPr/>
          <p:nvPr/>
        </p:nvSpPr>
        <p:spPr>
          <a:xfrm>
            <a:off x="14536077" y="7185881"/>
            <a:ext cx="557121" cy="37633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09BE4252-2877-8A58-805C-66C0EE50CFBE}"/>
              </a:ext>
            </a:extLst>
          </p:cNvPr>
          <p:cNvCxnSpPr>
            <a:cxnSpLocks/>
            <a:stCxn id="448" idx="0"/>
          </p:cNvCxnSpPr>
          <p:nvPr/>
        </p:nvCxnSpPr>
        <p:spPr>
          <a:xfrm flipV="1">
            <a:off x="14814637" y="6954886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7CAF18EA-8D93-2570-BACE-C4FC1DCDD54C}"/>
              </a:ext>
            </a:extLst>
          </p:cNvPr>
          <p:cNvCxnSpPr>
            <a:cxnSpLocks/>
          </p:cNvCxnSpPr>
          <p:nvPr/>
        </p:nvCxnSpPr>
        <p:spPr>
          <a:xfrm flipV="1">
            <a:off x="14643085" y="7562595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BDFCA2F9-AEA8-865E-A253-B2BF48C22C87}"/>
              </a:ext>
            </a:extLst>
          </p:cNvPr>
          <p:cNvCxnSpPr>
            <a:cxnSpLocks/>
          </p:cNvCxnSpPr>
          <p:nvPr/>
        </p:nvCxnSpPr>
        <p:spPr>
          <a:xfrm flipV="1">
            <a:off x="15013760" y="7572123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TextBox 458">
            <a:extLst>
              <a:ext uri="{FF2B5EF4-FFF2-40B4-BE49-F238E27FC236}">
                <a16:creationId xmlns:a16="http://schemas.microsoft.com/office/drawing/2014/main" id="{9682F263-914B-F722-5AE6-5F48924B3632}"/>
              </a:ext>
            </a:extLst>
          </p:cNvPr>
          <p:cNvSpPr txBox="1"/>
          <p:nvPr/>
        </p:nvSpPr>
        <p:spPr>
          <a:xfrm>
            <a:off x="14667834" y="7425089"/>
            <a:ext cx="326116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472" name="Picture 471">
            <a:extLst>
              <a:ext uri="{FF2B5EF4-FFF2-40B4-BE49-F238E27FC236}">
                <a16:creationId xmlns:a16="http://schemas.microsoft.com/office/drawing/2014/main" id="{8245F44E-707A-D170-8196-38A29126AF87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51969" t="-1525" r="33594"/>
          <a:stretch>
            <a:fillRect/>
          </a:stretch>
        </p:blipFill>
        <p:spPr>
          <a:xfrm>
            <a:off x="17550677" y="7124018"/>
            <a:ext cx="285750" cy="559665"/>
          </a:xfrm>
          <a:prstGeom prst="rect">
            <a:avLst/>
          </a:prstGeom>
        </p:spPr>
      </p:pic>
      <p:pic>
        <p:nvPicPr>
          <p:cNvPr id="587" name="Picture 586">
            <a:extLst>
              <a:ext uri="{FF2B5EF4-FFF2-40B4-BE49-F238E27FC236}">
                <a16:creationId xmlns:a16="http://schemas.microsoft.com/office/drawing/2014/main" id="{05215784-7E81-7CD8-B5B8-82877AD38421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64556" t="10485" r="-1090" b="-1525"/>
          <a:stretch>
            <a:fillRect/>
          </a:stretch>
        </p:blipFill>
        <p:spPr>
          <a:xfrm>
            <a:off x="10704585" y="2137790"/>
            <a:ext cx="874128" cy="606690"/>
          </a:xfrm>
          <a:prstGeom prst="rect">
            <a:avLst/>
          </a:prstGeom>
        </p:spPr>
      </p:pic>
      <p:pic>
        <p:nvPicPr>
          <p:cNvPr id="588" name="Picture 587">
            <a:extLst>
              <a:ext uri="{FF2B5EF4-FFF2-40B4-BE49-F238E27FC236}">
                <a16:creationId xmlns:a16="http://schemas.microsoft.com/office/drawing/2014/main" id="{BE70F310-78BC-2F3B-DF8C-CDF70B922B9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5560" t="-11518"/>
          <a:stretch>
            <a:fillRect/>
          </a:stretch>
        </p:blipFill>
        <p:spPr>
          <a:xfrm>
            <a:off x="10416805" y="7014061"/>
            <a:ext cx="1354519" cy="651484"/>
          </a:xfrm>
          <a:prstGeom prst="rect">
            <a:avLst/>
          </a:prstGeom>
        </p:spPr>
      </p:pic>
      <p:sp>
        <p:nvSpPr>
          <p:cNvPr id="593" name="Oval 592">
            <a:extLst>
              <a:ext uri="{FF2B5EF4-FFF2-40B4-BE49-F238E27FC236}">
                <a16:creationId xmlns:a16="http://schemas.microsoft.com/office/drawing/2014/main" id="{AFB8C64A-0811-0636-8699-B1FE6F1577F9}"/>
              </a:ext>
            </a:extLst>
          </p:cNvPr>
          <p:cNvSpPr/>
          <p:nvPr/>
        </p:nvSpPr>
        <p:spPr>
          <a:xfrm>
            <a:off x="13096335" y="6953533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4" name="Oval 593">
            <a:extLst>
              <a:ext uri="{FF2B5EF4-FFF2-40B4-BE49-F238E27FC236}">
                <a16:creationId xmlns:a16="http://schemas.microsoft.com/office/drawing/2014/main" id="{456567FE-7054-E465-4ED6-E0E7C0CFF778}"/>
              </a:ext>
            </a:extLst>
          </p:cNvPr>
          <p:cNvSpPr/>
          <p:nvPr/>
        </p:nvSpPr>
        <p:spPr>
          <a:xfrm>
            <a:off x="13096335" y="732833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5" name="Oval 594">
            <a:extLst>
              <a:ext uri="{FF2B5EF4-FFF2-40B4-BE49-F238E27FC236}">
                <a16:creationId xmlns:a16="http://schemas.microsoft.com/office/drawing/2014/main" id="{1C168691-A717-4C4B-EC76-4344604E0045}"/>
              </a:ext>
            </a:extLst>
          </p:cNvPr>
          <p:cNvSpPr/>
          <p:nvPr/>
        </p:nvSpPr>
        <p:spPr>
          <a:xfrm>
            <a:off x="13096335" y="770313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6" name="Oval 595">
            <a:extLst>
              <a:ext uri="{FF2B5EF4-FFF2-40B4-BE49-F238E27FC236}">
                <a16:creationId xmlns:a16="http://schemas.microsoft.com/office/drawing/2014/main" id="{EA4AB1A3-0915-A3ED-6E28-AEAF805D0D72}"/>
              </a:ext>
            </a:extLst>
          </p:cNvPr>
          <p:cNvSpPr/>
          <p:nvPr/>
        </p:nvSpPr>
        <p:spPr>
          <a:xfrm>
            <a:off x="13579258" y="7150727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7" name="Oval 596">
            <a:extLst>
              <a:ext uri="{FF2B5EF4-FFF2-40B4-BE49-F238E27FC236}">
                <a16:creationId xmlns:a16="http://schemas.microsoft.com/office/drawing/2014/main" id="{9046C0D5-B9B3-430D-AF6B-FF6577F708B5}"/>
              </a:ext>
            </a:extLst>
          </p:cNvPr>
          <p:cNvSpPr/>
          <p:nvPr/>
        </p:nvSpPr>
        <p:spPr>
          <a:xfrm>
            <a:off x="13579258" y="752706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Oval 597">
            <a:extLst>
              <a:ext uri="{FF2B5EF4-FFF2-40B4-BE49-F238E27FC236}">
                <a16:creationId xmlns:a16="http://schemas.microsoft.com/office/drawing/2014/main" id="{F3E1D759-9CCF-528D-D035-C3D0640FF067}"/>
              </a:ext>
            </a:extLst>
          </p:cNvPr>
          <p:cNvSpPr/>
          <p:nvPr/>
        </p:nvSpPr>
        <p:spPr>
          <a:xfrm>
            <a:off x="13579257" y="790339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9" name="Straight Arrow Connector 598">
            <a:extLst>
              <a:ext uri="{FF2B5EF4-FFF2-40B4-BE49-F238E27FC236}">
                <a16:creationId xmlns:a16="http://schemas.microsoft.com/office/drawing/2014/main" id="{20EE0CBE-94F1-BA88-E890-82259E2B8E13}"/>
              </a:ext>
            </a:extLst>
          </p:cNvPr>
          <p:cNvCxnSpPr>
            <a:cxnSpLocks/>
            <a:stCxn id="593" idx="6"/>
            <a:endCxn id="596" idx="2"/>
          </p:cNvCxnSpPr>
          <p:nvPr/>
        </p:nvCxnSpPr>
        <p:spPr>
          <a:xfrm>
            <a:off x="13220411" y="7015571"/>
            <a:ext cx="358846" cy="19719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Arrow Connector 599">
            <a:extLst>
              <a:ext uri="{FF2B5EF4-FFF2-40B4-BE49-F238E27FC236}">
                <a16:creationId xmlns:a16="http://schemas.microsoft.com/office/drawing/2014/main" id="{7B5985FA-902C-D0CB-2E30-547E9DF0DA77}"/>
              </a:ext>
            </a:extLst>
          </p:cNvPr>
          <p:cNvCxnSpPr>
            <a:cxnSpLocks/>
            <a:stCxn id="593" idx="6"/>
            <a:endCxn id="597" idx="2"/>
          </p:cNvCxnSpPr>
          <p:nvPr/>
        </p:nvCxnSpPr>
        <p:spPr>
          <a:xfrm>
            <a:off x="13220411" y="7015571"/>
            <a:ext cx="358846" cy="57352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Arrow Connector 600">
            <a:extLst>
              <a:ext uri="{FF2B5EF4-FFF2-40B4-BE49-F238E27FC236}">
                <a16:creationId xmlns:a16="http://schemas.microsoft.com/office/drawing/2014/main" id="{1A4D62CD-1B00-D4B6-7813-5C65BFA20ED5}"/>
              </a:ext>
            </a:extLst>
          </p:cNvPr>
          <p:cNvCxnSpPr>
            <a:cxnSpLocks/>
            <a:stCxn id="593" idx="6"/>
            <a:endCxn id="598" idx="2"/>
          </p:cNvCxnSpPr>
          <p:nvPr/>
        </p:nvCxnSpPr>
        <p:spPr>
          <a:xfrm>
            <a:off x="13220412" y="7015572"/>
            <a:ext cx="358845" cy="94986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Arrow Connector 601">
            <a:extLst>
              <a:ext uri="{FF2B5EF4-FFF2-40B4-BE49-F238E27FC236}">
                <a16:creationId xmlns:a16="http://schemas.microsoft.com/office/drawing/2014/main" id="{281133BE-0633-C60E-CE1A-8C284837216B}"/>
              </a:ext>
            </a:extLst>
          </p:cNvPr>
          <p:cNvCxnSpPr>
            <a:cxnSpLocks/>
            <a:stCxn id="594" idx="6"/>
            <a:endCxn id="596" idx="2"/>
          </p:cNvCxnSpPr>
          <p:nvPr/>
        </p:nvCxnSpPr>
        <p:spPr>
          <a:xfrm flipV="1">
            <a:off x="13220411" y="7212766"/>
            <a:ext cx="358846" cy="177609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D3AFBC03-69C4-341E-3636-7C42F7F37D84}"/>
              </a:ext>
            </a:extLst>
          </p:cNvPr>
          <p:cNvCxnSpPr>
            <a:cxnSpLocks/>
            <a:stCxn id="594" idx="6"/>
            <a:endCxn id="597" idx="2"/>
          </p:cNvCxnSpPr>
          <p:nvPr/>
        </p:nvCxnSpPr>
        <p:spPr>
          <a:xfrm>
            <a:off x="13220411" y="7390375"/>
            <a:ext cx="358846" cy="198725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Straight Arrow Connector 603">
            <a:extLst>
              <a:ext uri="{FF2B5EF4-FFF2-40B4-BE49-F238E27FC236}">
                <a16:creationId xmlns:a16="http://schemas.microsoft.com/office/drawing/2014/main" id="{20BDD88B-0641-A3E7-0BEF-96F76B92E822}"/>
              </a:ext>
            </a:extLst>
          </p:cNvPr>
          <p:cNvCxnSpPr>
            <a:cxnSpLocks/>
            <a:stCxn id="595" idx="6"/>
            <a:endCxn id="598" idx="2"/>
          </p:cNvCxnSpPr>
          <p:nvPr/>
        </p:nvCxnSpPr>
        <p:spPr>
          <a:xfrm>
            <a:off x="13220412" y="7765178"/>
            <a:ext cx="358845" cy="20025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Arrow Connector 604">
            <a:extLst>
              <a:ext uri="{FF2B5EF4-FFF2-40B4-BE49-F238E27FC236}">
                <a16:creationId xmlns:a16="http://schemas.microsoft.com/office/drawing/2014/main" id="{483B06C1-DADD-A586-3AEC-2B7B9E460D50}"/>
              </a:ext>
            </a:extLst>
          </p:cNvPr>
          <p:cNvCxnSpPr>
            <a:cxnSpLocks/>
            <a:stCxn id="594" idx="6"/>
            <a:endCxn id="598" idx="2"/>
          </p:cNvCxnSpPr>
          <p:nvPr/>
        </p:nvCxnSpPr>
        <p:spPr>
          <a:xfrm>
            <a:off x="13220412" y="7390374"/>
            <a:ext cx="358845" cy="5750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Arrow Connector 605">
            <a:extLst>
              <a:ext uri="{FF2B5EF4-FFF2-40B4-BE49-F238E27FC236}">
                <a16:creationId xmlns:a16="http://schemas.microsoft.com/office/drawing/2014/main" id="{31667308-06A2-E28A-5343-B417128C2F90}"/>
              </a:ext>
            </a:extLst>
          </p:cNvPr>
          <p:cNvCxnSpPr>
            <a:cxnSpLocks/>
            <a:stCxn id="595" idx="6"/>
            <a:endCxn id="596" idx="2"/>
          </p:cNvCxnSpPr>
          <p:nvPr/>
        </p:nvCxnSpPr>
        <p:spPr>
          <a:xfrm flipV="1">
            <a:off x="13220411" y="7212765"/>
            <a:ext cx="358846" cy="55241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Arrow Connector 606">
            <a:extLst>
              <a:ext uri="{FF2B5EF4-FFF2-40B4-BE49-F238E27FC236}">
                <a16:creationId xmlns:a16="http://schemas.microsoft.com/office/drawing/2014/main" id="{4ABED927-FB60-5E8F-B459-4833B8593BBB}"/>
              </a:ext>
            </a:extLst>
          </p:cNvPr>
          <p:cNvCxnSpPr>
            <a:cxnSpLocks/>
            <a:stCxn id="595" idx="6"/>
            <a:endCxn id="597" idx="2"/>
          </p:cNvCxnSpPr>
          <p:nvPr/>
        </p:nvCxnSpPr>
        <p:spPr>
          <a:xfrm flipV="1">
            <a:off x="13220411" y="7589099"/>
            <a:ext cx="358846" cy="17607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Oval 607">
            <a:extLst>
              <a:ext uri="{FF2B5EF4-FFF2-40B4-BE49-F238E27FC236}">
                <a16:creationId xmlns:a16="http://schemas.microsoft.com/office/drawing/2014/main" id="{58389B11-5827-A857-705D-02BCD89AF43F}"/>
              </a:ext>
            </a:extLst>
          </p:cNvPr>
          <p:cNvSpPr/>
          <p:nvPr/>
        </p:nvSpPr>
        <p:spPr>
          <a:xfrm>
            <a:off x="13579258" y="6774393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9" name="Straight Arrow Connector 608">
            <a:extLst>
              <a:ext uri="{FF2B5EF4-FFF2-40B4-BE49-F238E27FC236}">
                <a16:creationId xmlns:a16="http://schemas.microsoft.com/office/drawing/2014/main" id="{DC209806-B304-9B2A-EE05-D7AAB3FFAE40}"/>
              </a:ext>
            </a:extLst>
          </p:cNvPr>
          <p:cNvCxnSpPr>
            <a:cxnSpLocks/>
            <a:stCxn id="593" idx="6"/>
            <a:endCxn id="608" idx="2"/>
          </p:cNvCxnSpPr>
          <p:nvPr/>
        </p:nvCxnSpPr>
        <p:spPr>
          <a:xfrm flipV="1">
            <a:off x="13220411" y="6836431"/>
            <a:ext cx="358846" cy="17914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Straight Arrow Connector 609">
            <a:extLst>
              <a:ext uri="{FF2B5EF4-FFF2-40B4-BE49-F238E27FC236}">
                <a16:creationId xmlns:a16="http://schemas.microsoft.com/office/drawing/2014/main" id="{9E1B8ADA-D1A0-6870-6325-245A2F9B3C56}"/>
              </a:ext>
            </a:extLst>
          </p:cNvPr>
          <p:cNvCxnSpPr>
            <a:cxnSpLocks/>
            <a:stCxn id="594" idx="6"/>
            <a:endCxn id="608" idx="2"/>
          </p:cNvCxnSpPr>
          <p:nvPr/>
        </p:nvCxnSpPr>
        <p:spPr>
          <a:xfrm flipV="1">
            <a:off x="13220411" y="6836432"/>
            <a:ext cx="358846" cy="55394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Arrow Connector 610">
            <a:extLst>
              <a:ext uri="{FF2B5EF4-FFF2-40B4-BE49-F238E27FC236}">
                <a16:creationId xmlns:a16="http://schemas.microsoft.com/office/drawing/2014/main" id="{21B9F046-BDF3-17BB-DC9C-501467CD1324}"/>
              </a:ext>
            </a:extLst>
          </p:cNvPr>
          <p:cNvCxnSpPr>
            <a:cxnSpLocks/>
            <a:stCxn id="595" idx="6"/>
            <a:endCxn id="608" idx="2"/>
          </p:cNvCxnSpPr>
          <p:nvPr/>
        </p:nvCxnSpPr>
        <p:spPr>
          <a:xfrm flipV="1">
            <a:off x="13220411" y="6836431"/>
            <a:ext cx="358846" cy="92874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2" name="Oval 611">
            <a:extLst>
              <a:ext uri="{FF2B5EF4-FFF2-40B4-BE49-F238E27FC236}">
                <a16:creationId xmlns:a16="http://schemas.microsoft.com/office/drawing/2014/main" id="{7614CF32-EFB5-8803-3640-EAE34041DA37}"/>
              </a:ext>
            </a:extLst>
          </p:cNvPr>
          <p:cNvSpPr/>
          <p:nvPr/>
        </p:nvSpPr>
        <p:spPr>
          <a:xfrm>
            <a:off x="14062182" y="6953533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0F123E15-685A-1EA3-46E2-62B3C0B5BF63}"/>
              </a:ext>
            </a:extLst>
          </p:cNvPr>
          <p:cNvSpPr/>
          <p:nvPr/>
        </p:nvSpPr>
        <p:spPr>
          <a:xfrm>
            <a:off x="14062182" y="732833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Oval 613">
            <a:extLst>
              <a:ext uri="{FF2B5EF4-FFF2-40B4-BE49-F238E27FC236}">
                <a16:creationId xmlns:a16="http://schemas.microsoft.com/office/drawing/2014/main" id="{DB70098C-CFC6-0CC9-9ACB-F05B22B58D5C}"/>
              </a:ext>
            </a:extLst>
          </p:cNvPr>
          <p:cNvSpPr/>
          <p:nvPr/>
        </p:nvSpPr>
        <p:spPr>
          <a:xfrm>
            <a:off x="14062182" y="770313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5" name="Straight Arrow Connector 614">
            <a:extLst>
              <a:ext uri="{FF2B5EF4-FFF2-40B4-BE49-F238E27FC236}">
                <a16:creationId xmlns:a16="http://schemas.microsoft.com/office/drawing/2014/main" id="{BCDD93F9-E043-626E-733E-CB7372DEED5C}"/>
              </a:ext>
            </a:extLst>
          </p:cNvPr>
          <p:cNvCxnSpPr>
            <a:cxnSpLocks/>
            <a:stCxn id="608" idx="6"/>
            <a:endCxn id="612" idx="2"/>
          </p:cNvCxnSpPr>
          <p:nvPr/>
        </p:nvCxnSpPr>
        <p:spPr>
          <a:xfrm>
            <a:off x="13703335" y="6836431"/>
            <a:ext cx="358847" cy="17914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Arrow Connector 615">
            <a:extLst>
              <a:ext uri="{FF2B5EF4-FFF2-40B4-BE49-F238E27FC236}">
                <a16:creationId xmlns:a16="http://schemas.microsoft.com/office/drawing/2014/main" id="{ADC41517-92F4-0E3C-52E9-4F61983E487C}"/>
              </a:ext>
            </a:extLst>
          </p:cNvPr>
          <p:cNvCxnSpPr>
            <a:cxnSpLocks/>
            <a:stCxn id="596" idx="6"/>
            <a:endCxn id="612" idx="2"/>
          </p:cNvCxnSpPr>
          <p:nvPr/>
        </p:nvCxnSpPr>
        <p:spPr>
          <a:xfrm flipV="1">
            <a:off x="13703335" y="7015571"/>
            <a:ext cx="358847" cy="19719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26DABCA4-B61A-D10F-1C0D-DD4A416D9959}"/>
              </a:ext>
            </a:extLst>
          </p:cNvPr>
          <p:cNvCxnSpPr>
            <a:cxnSpLocks/>
            <a:stCxn id="597" idx="6"/>
            <a:endCxn id="612" idx="2"/>
          </p:cNvCxnSpPr>
          <p:nvPr/>
        </p:nvCxnSpPr>
        <p:spPr>
          <a:xfrm flipV="1">
            <a:off x="13703335" y="7015571"/>
            <a:ext cx="358847" cy="57352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Arrow Connector 617">
            <a:extLst>
              <a:ext uri="{FF2B5EF4-FFF2-40B4-BE49-F238E27FC236}">
                <a16:creationId xmlns:a16="http://schemas.microsoft.com/office/drawing/2014/main" id="{BC1E2E6F-2B88-F82E-672B-D22A8EC8BF50}"/>
              </a:ext>
            </a:extLst>
          </p:cNvPr>
          <p:cNvCxnSpPr>
            <a:cxnSpLocks/>
            <a:stCxn id="598" idx="6"/>
            <a:endCxn id="612" idx="2"/>
          </p:cNvCxnSpPr>
          <p:nvPr/>
        </p:nvCxnSpPr>
        <p:spPr>
          <a:xfrm flipV="1">
            <a:off x="13703333" y="7015572"/>
            <a:ext cx="358848" cy="94986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Arrow Connector 618">
            <a:extLst>
              <a:ext uri="{FF2B5EF4-FFF2-40B4-BE49-F238E27FC236}">
                <a16:creationId xmlns:a16="http://schemas.microsoft.com/office/drawing/2014/main" id="{B9812897-8D52-E7D1-F800-B82C734FCF7E}"/>
              </a:ext>
            </a:extLst>
          </p:cNvPr>
          <p:cNvCxnSpPr>
            <a:cxnSpLocks/>
            <a:stCxn id="598" idx="6"/>
            <a:endCxn id="613" idx="2"/>
          </p:cNvCxnSpPr>
          <p:nvPr/>
        </p:nvCxnSpPr>
        <p:spPr>
          <a:xfrm flipV="1">
            <a:off x="13703333" y="7390374"/>
            <a:ext cx="358848" cy="5750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Arrow Connector 619">
            <a:extLst>
              <a:ext uri="{FF2B5EF4-FFF2-40B4-BE49-F238E27FC236}">
                <a16:creationId xmlns:a16="http://schemas.microsoft.com/office/drawing/2014/main" id="{37D8F9BC-A41D-08F2-C6B6-B74B78BF0A13}"/>
              </a:ext>
            </a:extLst>
          </p:cNvPr>
          <p:cNvCxnSpPr>
            <a:cxnSpLocks/>
            <a:stCxn id="597" idx="6"/>
            <a:endCxn id="614" idx="2"/>
          </p:cNvCxnSpPr>
          <p:nvPr/>
        </p:nvCxnSpPr>
        <p:spPr>
          <a:xfrm>
            <a:off x="13703335" y="7589099"/>
            <a:ext cx="358847" cy="17607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Arrow Connector 620">
            <a:extLst>
              <a:ext uri="{FF2B5EF4-FFF2-40B4-BE49-F238E27FC236}">
                <a16:creationId xmlns:a16="http://schemas.microsoft.com/office/drawing/2014/main" id="{1EDF31FF-35B1-A661-D13E-22BCAEAEF8AB}"/>
              </a:ext>
            </a:extLst>
          </p:cNvPr>
          <p:cNvCxnSpPr>
            <a:cxnSpLocks/>
            <a:stCxn id="608" idx="6"/>
            <a:endCxn id="614" idx="2"/>
          </p:cNvCxnSpPr>
          <p:nvPr/>
        </p:nvCxnSpPr>
        <p:spPr>
          <a:xfrm>
            <a:off x="13703335" y="6836431"/>
            <a:ext cx="358847" cy="92874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Arrow Connector 621">
            <a:extLst>
              <a:ext uri="{FF2B5EF4-FFF2-40B4-BE49-F238E27FC236}">
                <a16:creationId xmlns:a16="http://schemas.microsoft.com/office/drawing/2014/main" id="{F16D584F-073F-5B8E-239F-E94A56EF8B6F}"/>
              </a:ext>
            </a:extLst>
          </p:cNvPr>
          <p:cNvCxnSpPr>
            <a:cxnSpLocks/>
            <a:stCxn id="596" idx="6"/>
            <a:endCxn id="614" idx="2"/>
          </p:cNvCxnSpPr>
          <p:nvPr/>
        </p:nvCxnSpPr>
        <p:spPr>
          <a:xfrm>
            <a:off x="13703335" y="7212765"/>
            <a:ext cx="358847" cy="55241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Arrow Connector 622">
            <a:extLst>
              <a:ext uri="{FF2B5EF4-FFF2-40B4-BE49-F238E27FC236}">
                <a16:creationId xmlns:a16="http://schemas.microsoft.com/office/drawing/2014/main" id="{A671951F-EF25-E0A1-C224-5443E00203C8}"/>
              </a:ext>
            </a:extLst>
          </p:cNvPr>
          <p:cNvCxnSpPr>
            <a:cxnSpLocks/>
            <a:stCxn id="598" idx="6"/>
            <a:endCxn id="614" idx="2"/>
          </p:cNvCxnSpPr>
          <p:nvPr/>
        </p:nvCxnSpPr>
        <p:spPr>
          <a:xfrm flipV="1">
            <a:off x="13703333" y="7765178"/>
            <a:ext cx="358848" cy="20025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Arrow Connector 623">
            <a:extLst>
              <a:ext uri="{FF2B5EF4-FFF2-40B4-BE49-F238E27FC236}">
                <a16:creationId xmlns:a16="http://schemas.microsoft.com/office/drawing/2014/main" id="{1C7AB62B-B8B0-F2E6-CC83-5C45A1DC2431}"/>
              </a:ext>
            </a:extLst>
          </p:cNvPr>
          <p:cNvCxnSpPr>
            <a:cxnSpLocks/>
            <a:stCxn id="596" idx="6"/>
            <a:endCxn id="613" idx="2"/>
          </p:cNvCxnSpPr>
          <p:nvPr/>
        </p:nvCxnSpPr>
        <p:spPr>
          <a:xfrm>
            <a:off x="13703335" y="7212766"/>
            <a:ext cx="358847" cy="177609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Arrow Connector 624">
            <a:extLst>
              <a:ext uri="{FF2B5EF4-FFF2-40B4-BE49-F238E27FC236}">
                <a16:creationId xmlns:a16="http://schemas.microsoft.com/office/drawing/2014/main" id="{BD9B39E9-F59C-6480-671C-DCC551BBE671}"/>
              </a:ext>
            </a:extLst>
          </p:cNvPr>
          <p:cNvCxnSpPr>
            <a:cxnSpLocks/>
            <a:stCxn id="597" idx="6"/>
            <a:endCxn id="613" idx="2"/>
          </p:cNvCxnSpPr>
          <p:nvPr/>
        </p:nvCxnSpPr>
        <p:spPr>
          <a:xfrm flipV="1">
            <a:off x="13703335" y="7390375"/>
            <a:ext cx="358847" cy="198725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1E03AD80-AB77-39DB-E353-2555F23CBA5F}"/>
              </a:ext>
            </a:extLst>
          </p:cNvPr>
          <p:cNvCxnSpPr>
            <a:cxnSpLocks/>
            <a:stCxn id="608" idx="6"/>
            <a:endCxn id="613" idx="2"/>
          </p:cNvCxnSpPr>
          <p:nvPr/>
        </p:nvCxnSpPr>
        <p:spPr>
          <a:xfrm>
            <a:off x="13703335" y="6836432"/>
            <a:ext cx="358847" cy="55394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3" name="Right Arrow 632">
            <a:extLst>
              <a:ext uri="{FF2B5EF4-FFF2-40B4-BE49-F238E27FC236}">
                <a16:creationId xmlns:a16="http://schemas.microsoft.com/office/drawing/2014/main" id="{BCCE31ED-CA51-22B4-D855-BC600146BDA1}"/>
              </a:ext>
            </a:extLst>
          </p:cNvPr>
          <p:cNvSpPr/>
          <p:nvPr/>
        </p:nvSpPr>
        <p:spPr>
          <a:xfrm>
            <a:off x="14267468" y="7283499"/>
            <a:ext cx="216622" cy="1857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9" name="Oval 638">
            <a:extLst>
              <a:ext uri="{FF2B5EF4-FFF2-40B4-BE49-F238E27FC236}">
                <a16:creationId xmlns:a16="http://schemas.microsoft.com/office/drawing/2014/main" id="{C1DC1FE4-8888-14B0-D9B2-86A131E62534}"/>
              </a:ext>
            </a:extLst>
          </p:cNvPr>
          <p:cNvSpPr/>
          <p:nvPr/>
        </p:nvSpPr>
        <p:spPr>
          <a:xfrm>
            <a:off x="15242139" y="6920610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0" name="Oval 639">
            <a:extLst>
              <a:ext uri="{FF2B5EF4-FFF2-40B4-BE49-F238E27FC236}">
                <a16:creationId xmlns:a16="http://schemas.microsoft.com/office/drawing/2014/main" id="{FC66588D-85F4-F1C4-A92E-46C839C5646D}"/>
              </a:ext>
            </a:extLst>
          </p:cNvPr>
          <p:cNvSpPr/>
          <p:nvPr/>
        </p:nvSpPr>
        <p:spPr>
          <a:xfrm>
            <a:off x="15242139" y="7295413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Oval 640">
            <a:extLst>
              <a:ext uri="{FF2B5EF4-FFF2-40B4-BE49-F238E27FC236}">
                <a16:creationId xmlns:a16="http://schemas.microsoft.com/office/drawing/2014/main" id="{E94F9BFD-96BC-27E1-A6C2-56E38207C83B}"/>
              </a:ext>
            </a:extLst>
          </p:cNvPr>
          <p:cNvSpPr/>
          <p:nvPr/>
        </p:nvSpPr>
        <p:spPr>
          <a:xfrm>
            <a:off x="15242139" y="767021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2" name="Oval 641">
            <a:extLst>
              <a:ext uri="{FF2B5EF4-FFF2-40B4-BE49-F238E27FC236}">
                <a16:creationId xmlns:a16="http://schemas.microsoft.com/office/drawing/2014/main" id="{930A9544-8445-06F5-A3EC-F401C5856C8C}"/>
              </a:ext>
            </a:extLst>
          </p:cNvPr>
          <p:cNvSpPr/>
          <p:nvPr/>
        </p:nvSpPr>
        <p:spPr>
          <a:xfrm>
            <a:off x="15725062" y="711780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8BB4BE25-0BEF-77EE-B785-8ECEC78890ED}"/>
              </a:ext>
            </a:extLst>
          </p:cNvPr>
          <p:cNvSpPr/>
          <p:nvPr/>
        </p:nvSpPr>
        <p:spPr>
          <a:xfrm>
            <a:off x="15725062" y="7494138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4" name="Oval 643">
            <a:extLst>
              <a:ext uri="{FF2B5EF4-FFF2-40B4-BE49-F238E27FC236}">
                <a16:creationId xmlns:a16="http://schemas.microsoft.com/office/drawing/2014/main" id="{C76EA41C-8B90-5360-5008-13FE6F4CB5DE}"/>
              </a:ext>
            </a:extLst>
          </p:cNvPr>
          <p:cNvSpPr/>
          <p:nvPr/>
        </p:nvSpPr>
        <p:spPr>
          <a:xfrm>
            <a:off x="15725061" y="7870473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5" name="Straight Arrow Connector 644">
            <a:extLst>
              <a:ext uri="{FF2B5EF4-FFF2-40B4-BE49-F238E27FC236}">
                <a16:creationId xmlns:a16="http://schemas.microsoft.com/office/drawing/2014/main" id="{7AF157D2-F1FB-02AE-8E3D-66C456E674B4}"/>
              </a:ext>
            </a:extLst>
          </p:cNvPr>
          <p:cNvCxnSpPr>
            <a:cxnSpLocks/>
            <a:stCxn id="639" idx="6"/>
            <a:endCxn id="642" idx="2"/>
          </p:cNvCxnSpPr>
          <p:nvPr/>
        </p:nvCxnSpPr>
        <p:spPr>
          <a:xfrm>
            <a:off x="15366215" y="6982648"/>
            <a:ext cx="358846" cy="19719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Arrow Connector 645">
            <a:extLst>
              <a:ext uri="{FF2B5EF4-FFF2-40B4-BE49-F238E27FC236}">
                <a16:creationId xmlns:a16="http://schemas.microsoft.com/office/drawing/2014/main" id="{B611DE9F-BFBD-E240-25CD-9688488D4796}"/>
              </a:ext>
            </a:extLst>
          </p:cNvPr>
          <p:cNvCxnSpPr>
            <a:cxnSpLocks/>
            <a:stCxn id="639" idx="6"/>
            <a:endCxn id="643" idx="2"/>
          </p:cNvCxnSpPr>
          <p:nvPr/>
        </p:nvCxnSpPr>
        <p:spPr>
          <a:xfrm>
            <a:off x="15366215" y="6982648"/>
            <a:ext cx="358846" cy="57352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Arrow Connector 646">
            <a:extLst>
              <a:ext uri="{FF2B5EF4-FFF2-40B4-BE49-F238E27FC236}">
                <a16:creationId xmlns:a16="http://schemas.microsoft.com/office/drawing/2014/main" id="{1B360BB5-F97F-8CB9-258A-ED595D2B2AC1}"/>
              </a:ext>
            </a:extLst>
          </p:cNvPr>
          <p:cNvCxnSpPr>
            <a:cxnSpLocks/>
            <a:stCxn id="639" idx="6"/>
            <a:endCxn id="644" idx="2"/>
          </p:cNvCxnSpPr>
          <p:nvPr/>
        </p:nvCxnSpPr>
        <p:spPr>
          <a:xfrm>
            <a:off x="15366216" y="6982649"/>
            <a:ext cx="358845" cy="94986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Arrow Connector 647">
            <a:extLst>
              <a:ext uri="{FF2B5EF4-FFF2-40B4-BE49-F238E27FC236}">
                <a16:creationId xmlns:a16="http://schemas.microsoft.com/office/drawing/2014/main" id="{21D9AFA5-D2D6-A153-ADA8-4A9407363164}"/>
              </a:ext>
            </a:extLst>
          </p:cNvPr>
          <p:cNvCxnSpPr>
            <a:cxnSpLocks/>
            <a:stCxn id="640" idx="6"/>
            <a:endCxn id="642" idx="2"/>
          </p:cNvCxnSpPr>
          <p:nvPr/>
        </p:nvCxnSpPr>
        <p:spPr>
          <a:xfrm flipV="1">
            <a:off x="15366215" y="7179843"/>
            <a:ext cx="358846" cy="177609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Arrow Connector 648">
            <a:extLst>
              <a:ext uri="{FF2B5EF4-FFF2-40B4-BE49-F238E27FC236}">
                <a16:creationId xmlns:a16="http://schemas.microsoft.com/office/drawing/2014/main" id="{C319904E-FB3D-862A-EEB3-BD22075CC0AB}"/>
              </a:ext>
            </a:extLst>
          </p:cNvPr>
          <p:cNvCxnSpPr>
            <a:cxnSpLocks/>
            <a:stCxn id="640" idx="6"/>
            <a:endCxn id="643" idx="2"/>
          </p:cNvCxnSpPr>
          <p:nvPr/>
        </p:nvCxnSpPr>
        <p:spPr>
          <a:xfrm>
            <a:off x="15366215" y="7357452"/>
            <a:ext cx="358846" cy="19872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Arrow Connector 649">
            <a:extLst>
              <a:ext uri="{FF2B5EF4-FFF2-40B4-BE49-F238E27FC236}">
                <a16:creationId xmlns:a16="http://schemas.microsoft.com/office/drawing/2014/main" id="{5FE496A5-F1E3-4B25-1F83-AE1AFEF8F254}"/>
              </a:ext>
            </a:extLst>
          </p:cNvPr>
          <p:cNvCxnSpPr>
            <a:cxnSpLocks/>
            <a:stCxn id="641" idx="6"/>
            <a:endCxn id="644" idx="2"/>
          </p:cNvCxnSpPr>
          <p:nvPr/>
        </p:nvCxnSpPr>
        <p:spPr>
          <a:xfrm>
            <a:off x="15366216" y="7732255"/>
            <a:ext cx="358845" cy="20025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Arrow Connector 650">
            <a:extLst>
              <a:ext uri="{FF2B5EF4-FFF2-40B4-BE49-F238E27FC236}">
                <a16:creationId xmlns:a16="http://schemas.microsoft.com/office/drawing/2014/main" id="{4B5B1774-B4D7-832F-EAC1-39B188AFD42C}"/>
              </a:ext>
            </a:extLst>
          </p:cNvPr>
          <p:cNvCxnSpPr>
            <a:cxnSpLocks/>
            <a:stCxn id="640" idx="6"/>
            <a:endCxn id="644" idx="2"/>
          </p:cNvCxnSpPr>
          <p:nvPr/>
        </p:nvCxnSpPr>
        <p:spPr>
          <a:xfrm>
            <a:off x="15366216" y="7357451"/>
            <a:ext cx="358845" cy="5750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Arrow Connector 651">
            <a:extLst>
              <a:ext uri="{FF2B5EF4-FFF2-40B4-BE49-F238E27FC236}">
                <a16:creationId xmlns:a16="http://schemas.microsoft.com/office/drawing/2014/main" id="{13BAC22A-34C9-CC78-002F-EF8B44C8A94E}"/>
              </a:ext>
            </a:extLst>
          </p:cNvPr>
          <p:cNvCxnSpPr>
            <a:cxnSpLocks/>
            <a:stCxn id="641" idx="6"/>
            <a:endCxn id="642" idx="2"/>
          </p:cNvCxnSpPr>
          <p:nvPr/>
        </p:nvCxnSpPr>
        <p:spPr>
          <a:xfrm flipV="1">
            <a:off x="15366215" y="7179842"/>
            <a:ext cx="358846" cy="5524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Arrow Connector 652">
            <a:extLst>
              <a:ext uri="{FF2B5EF4-FFF2-40B4-BE49-F238E27FC236}">
                <a16:creationId xmlns:a16="http://schemas.microsoft.com/office/drawing/2014/main" id="{4CF46FE2-CDFB-7385-4497-E911B8BEC205}"/>
              </a:ext>
            </a:extLst>
          </p:cNvPr>
          <p:cNvCxnSpPr>
            <a:cxnSpLocks/>
            <a:stCxn id="641" idx="6"/>
            <a:endCxn id="643" idx="2"/>
          </p:cNvCxnSpPr>
          <p:nvPr/>
        </p:nvCxnSpPr>
        <p:spPr>
          <a:xfrm flipV="1">
            <a:off x="15366215" y="7556176"/>
            <a:ext cx="358846" cy="17607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Oval 653">
            <a:extLst>
              <a:ext uri="{FF2B5EF4-FFF2-40B4-BE49-F238E27FC236}">
                <a16:creationId xmlns:a16="http://schemas.microsoft.com/office/drawing/2014/main" id="{CFD5071B-DC69-EC6A-EF88-C158B12AC846}"/>
              </a:ext>
            </a:extLst>
          </p:cNvPr>
          <p:cNvSpPr/>
          <p:nvPr/>
        </p:nvSpPr>
        <p:spPr>
          <a:xfrm>
            <a:off x="15725062" y="6741470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5" name="Straight Arrow Connector 654">
            <a:extLst>
              <a:ext uri="{FF2B5EF4-FFF2-40B4-BE49-F238E27FC236}">
                <a16:creationId xmlns:a16="http://schemas.microsoft.com/office/drawing/2014/main" id="{95524A5B-48DA-DC42-76CD-60AA8D88DA76}"/>
              </a:ext>
            </a:extLst>
          </p:cNvPr>
          <p:cNvCxnSpPr>
            <a:cxnSpLocks/>
            <a:stCxn id="639" idx="6"/>
            <a:endCxn id="654" idx="2"/>
          </p:cNvCxnSpPr>
          <p:nvPr/>
        </p:nvCxnSpPr>
        <p:spPr>
          <a:xfrm flipV="1">
            <a:off x="15366215" y="6803508"/>
            <a:ext cx="358846" cy="17914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Arrow Connector 655">
            <a:extLst>
              <a:ext uri="{FF2B5EF4-FFF2-40B4-BE49-F238E27FC236}">
                <a16:creationId xmlns:a16="http://schemas.microsoft.com/office/drawing/2014/main" id="{2FD49BED-DC2B-9EB3-D67D-FA70DC431979}"/>
              </a:ext>
            </a:extLst>
          </p:cNvPr>
          <p:cNvCxnSpPr>
            <a:cxnSpLocks/>
            <a:stCxn id="640" idx="6"/>
            <a:endCxn id="654" idx="2"/>
          </p:cNvCxnSpPr>
          <p:nvPr/>
        </p:nvCxnSpPr>
        <p:spPr>
          <a:xfrm flipV="1">
            <a:off x="15366215" y="6803509"/>
            <a:ext cx="358846" cy="5539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Straight Arrow Connector 656">
            <a:extLst>
              <a:ext uri="{FF2B5EF4-FFF2-40B4-BE49-F238E27FC236}">
                <a16:creationId xmlns:a16="http://schemas.microsoft.com/office/drawing/2014/main" id="{B6464FD9-576D-CAF1-DB3F-A8EC04F3B88C}"/>
              </a:ext>
            </a:extLst>
          </p:cNvPr>
          <p:cNvCxnSpPr>
            <a:cxnSpLocks/>
            <a:stCxn id="641" idx="6"/>
            <a:endCxn id="654" idx="2"/>
          </p:cNvCxnSpPr>
          <p:nvPr/>
        </p:nvCxnSpPr>
        <p:spPr>
          <a:xfrm flipV="1">
            <a:off x="15366215" y="6803508"/>
            <a:ext cx="358846" cy="92874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Oval 657">
            <a:extLst>
              <a:ext uri="{FF2B5EF4-FFF2-40B4-BE49-F238E27FC236}">
                <a16:creationId xmlns:a16="http://schemas.microsoft.com/office/drawing/2014/main" id="{5382A496-170F-71EB-600B-F1B9ED4E7472}"/>
              </a:ext>
            </a:extLst>
          </p:cNvPr>
          <p:cNvSpPr/>
          <p:nvPr/>
        </p:nvSpPr>
        <p:spPr>
          <a:xfrm>
            <a:off x="16207986" y="6920610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9" name="Oval 658">
            <a:extLst>
              <a:ext uri="{FF2B5EF4-FFF2-40B4-BE49-F238E27FC236}">
                <a16:creationId xmlns:a16="http://schemas.microsoft.com/office/drawing/2014/main" id="{C189AE53-8A83-F991-E67B-08CCAF1285D2}"/>
              </a:ext>
            </a:extLst>
          </p:cNvPr>
          <p:cNvSpPr/>
          <p:nvPr/>
        </p:nvSpPr>
        <p:spPr>
          <a:xfrm>
            <a:off x="16207986" y="7295413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098CF822-FE44-C086-B22A-F054551A49AA}"/>
              </a:ext>
            </a:extLst>
          </p:cNvPr>
          <p:cNvSpPr/>
          <p:nvPr/>
        </p:nvSpPr>
        <p:spPr>
          <a:xfrm>
            <a:off x="16207986" y="767021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1" name="Straight Arrow Connector 660">
            <a:extLst>
              <a:ext uri="{FF2B5EF4-FFF2-40B4-BE49-F238E27FC236}">
                <a16:creationId xmlns:a16="http://schemas.microsoft.com/office/drawing/2014/main" id="{6CEC2E4A-4FD3-F098-4AA9-00695FBB89EC}"/>
              </a:ext>
            </a:extLst>
          </p:cNvPr>
          <p:cNvCxnSpPr>
            <a:cxnSpLocks/>
            <a:stCxn id="654" idx="6"/>
            <a:endCxn id="658" idx="2"/>
          </p:cNvCxnSpPr>
          <p:nvPr/>
        </p:nvCxnSpPr>
        <p:spPr>
          <a:xfrm>
            <a:off x="15849139" y="6803508"/>
            <a:ext cx="358847" cy="17914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Arrow Connector 661">
            <a:extLst>
              <a:ext uri="{FF2B5EF4-FFF2-40B4-BE49-F238E27FC236}">
                <a16:creationId xmlns:a16="http://schemas.microsoft.com/office/drawing/2014/main" id="{C32DCC20-E3A7-5A40-8951-F6BBDFD9EA03}"/>
              </a:ext>
            </a:extLst>
          </p:cNvPr>
          <p:cNvCxnSpPr>
            <a:cxnSpLocks/>
            <a:stCxn id="642" idx="6"/>
            <a:endCxn id="658" idx="2"/>
          </p:cNvCxnSpPr>
          <p:nvPr/>
        </p:nvCxnSpPr>
        <p:spPr>
          <a:xfrm flipV="1">
            <a:off x="15849139" y="6982648"/>
            <a:ext cx="358847" cy="19719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Straight Arrow Connector 662">
            <a:extLst>
              <a:ext uri="{FF2B5EF4-FFF2-40B4-BE49-F238E27FC236}">
                <a16:creationId xmlns:a16="http://schemas.microsoft.com/office/drawing/2014/main" id="{A8DD254E-B0C9-9914-6A28-9C9C826E9FB3}"/>
              </a:ext>
            </a:extLst>
          </p:cNvPr>
          <p:cNvCxnSpPr>
            <a:cxnSpLocks/>
            <a:stCxn id="643" idx="6"/>
            <a:endCxn id="658" idx="2"/>
          </p:cNvCxnSpPr>
          <p:nvPr/>
        </p:nvCxnSpPr>
        <p:spPr>
          <a:xfrm flipV="1">
            <a:off x="15849139" y="6982648"/>
            <a:ext cx="358847" cy="57352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Arrow Connector 663">
            <a:extLst>
              <a:ext uri="{FF2B5EF4-FFF2-40B4-BE49-F238E27FC236}">
                <a16:creationId xmlns:a16="http://schemas.microsoft.com/office/drawing/2014/main" id="{612428A4-FFB4-F089-6CFC-2352D430D42E}"/>
              </a:ext>
            </a:extLst>
          </p:cNvPr>
          <p:cNvCxnSpPr>
            <a:cxnSpLocks/>
            <a:stCxn id="644" idx="6"/>
            <a:endCxn id="658" idx="2"/>
          </p:cNvCxnSpPr>
          <p:nvPr/>
        </p:nvCxnSpPr>
        <p:spPr>
          <a:xfrm flipV="1">
            <a:off x="15849137" y="6982649"/>
            <a:ext cx="358848" cy="94986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Arrow Connector 664">
            <a:extLst>
              <a:ext uri="{FF2B5EF4-FFF2-40B4-BE49-F238E27FC236}">
                <a16:creationId xmlns:a16="http://schemas.microsoft.com/office/drawing/2014/main" id="{AA8E1E16-279F-433B-F634-581C0D26B405}"/>
              </a:ext>
            </a:extLst>
          </p:cNvPr>
          <p:cNvCxnSpPr>
            <a:cxnSpLocks/>
            <a:stCxn id="644" idx="6"/>
            <a:endCxn id="659" idx="2"/>
          </p:cNvCxnSpPr>
          <p:nvPr/>
        </p:nvCxnSpPr>
        <p:spPr>
          <a:xfrm flipV="1">
            <a:off x="15849137" y="7357451"/>
            <a:ext cx="358848" cy="5750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Arrow Connector 665">
            <a:extLst>
              <a:ext uri="{FF2B5EF4-FFF2-40B4-BE49-F238E27FC236}">
                <a16:creationId xmlns:a16="http://schemas.microsoft.com/office/drawing/2014/main" id="{2FE5300C-6B01-6916-5D28-A4EE770B9286}"/>
              </a:ext>
            </a:extLst>
          </p:cNvPr>
          <p:cNvCxnSpPr>
            <a:cxnSpLocks/>
            <a:stCxn id="643" idx="6"/>
            <a:endCxn id="660" idx="2"/>
          </p:cNvCxnSpPr>
          <p:nvPr/>
        </p:nvCxnSpPr>
        <p:spPr>
          <a:xfrm>
            <a:off x="15849139" y="7556176"/>
            <a:ext cx="358847" cy="17607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Straight Arrow Connector 666">
            <a:extLst>
              <a:ext uri="{FF2B5EF4-FFF2-40B4-BE49-F238E27FC236}">
                <a16:creationId xmlns:a16="http://schemas.microsoft.com/office/drawing/2014/main" id="{40579D11-FCEC-6B31-6878-35A1EEA873BD}"/>
              </a:ext>
            </a:extLst>
          </p:cNvPr>
          <p:cNvCxnSpPr>
            <a:cxnSpLocks/>
            <a:stCxn id="654" idx="6"/>
            <a:endCxn id="660" idx="2"/>
          </p:cNvCxnSpPr>
          <p:nvPr/>
        </p:nvCxnSpPr>
        <p:spPr>
          <a:xfrm>
            <a:off x="15849139" y="6803508"/>
            <a:ext cx="358847" cy="92874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Arrow Connector 667">
            <a:extLst>
              <a:ext uri="{FF2B5EF4-FFF2-40B4-BE49-F238E27FC236}">
                <a16:creationId xmlns:a16="http://schemas.microsoft.com/office/drawing/2014/main" id="{DABCB4FC-374B-4B46-B049-97D00E77762C}"/>
              </a:ext>
            </a:extLst>
          </p:cNvPr>
          <p:cNvCxnSpPr>
            <a:cxnSpLocks/>
            <a:stCxn id="642" idx="6"/>
            <a:endCxn id="660" idx="2"/>
          </p:cNvCxnSpPr>
          <p:nvPr/>
        </p:nvCxnSpPr>
        <p:spPr>
          <a:xfrm>
            <a:off x="15849139" y="7179842"/>
            <a:ext cx="358847" cy="5524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Arrow Connector 668">
            <a:extLst>
              <a:ext uri="{FF2B5EF4-FFF2-40B4-BE49-F238E27FC236}">
                <a16:creationId xmlns:a16="http://schemas.microsoft.com/office/drawing/2014/main" id="{0FA40B2E-2971-F831-EEDA-5524281FA434}"/>
              </a:ext>
            </a:extLst>
          </p:cNvPr>
          <p:cNvCxnSpPr>
            <a:cxnSpLocks/>
            <a:stCxn id="644" idx="6"/>
            <a:endCxn id="660" idx="2"/>
          </p:cNvCxnSpPr>
          <p:nvPr/>
        </p:nvCxnSpPr>
        <p:spPr>
          <a:xfrm flipV="1">
            <a:off x="15849137" y="7732255"/>
            <a:ext cx="358848" cy="20025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Arrow Connector 669">
            <a:extLst>
              <a:ext uri="{FF2B5EF4-FFF2-40B4-BE49-F238E27FC236}">
                <a16:creationId xmlns:a16="http://schemas.microsoft.com/office/drawing/2014/main" id="{E40E9B5C-F493-E2D2-5616-AF68C8274B36}"/>
              </a:ext>
            </a:extLst>
          </p:cNvPr>
          <p:cNvCxnSpPr>
            <a:cxnSpLocks/>
            <a:stCxn id="642" idx="6"/>
            <a:endCxn id="659" idx="2"/>
          </p:cNvCxnSpPr>
          <p:nvPr/>
        </p:nvCxnSpPr>
        <p:spPr>
          <a:xfrm>
            <a:off x="15849139" y="7179843"/>
            <a:ext cx="358847" cy="177609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Arrow Connector 670">
            <a:extLst>
              <a:ext uri="{FF2B5EF4-FFF2-40B4-BE49-F238E27FC236}">
                <a16:creationId xmlns:a16="http://schemas.microsoft.com/office/drawing/2014/main" id="{2A6B10FD-A4CC-7FB4-97F0-3F4BCDFF96A0}"/>
              </a:ext>
            </a:extLst>
          </p:cNvPr>
          <p:cNvCxnSpPr>
            <a:cxnSpLocks/>
            <a:stCxn id="643" idx="6"/>
            <a:endCxn id="659" idx="2"/>
          </p:cNvCxnSpPr>
          <p:nvPr/>
        </p:nvCxnSpPr>
        <p:spPr>
          <a:xfrm flipV="1">
            <a:off x="15849139" y="7357452"/>
            <a:ext cx="358847" cy="19872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Straight Arrow Connector 671">
            <a:extLst>
              <a:ext uri="{FF2B5EF4-FFF2-40B4-BE49-F238E27FC236}">
                <a16:creationId xmlns:a16="http://schemas.microsoft.com/office/drawing/2014/main" id="{088E866E-0AA8-0DB6-77F3-EC5EC8DA3DE3}"/>
              </a:ext>
            </a:extLst>
          </p:cNvPr>
          <p:cNvCxnSpPr>
            <a:cxnSpLocks/>
            <a:stCxn id="654" idx="6"/>
            <a:endCxn id="659" idx="2"/>
          </p:cNvCxnSpPr>
          <p:nvPr/>
        </p:nvCxnSpPr>
        <p:spPr>
          <a:xfrm>
            <a:off x="15849139" y="6803509"/>
            <a:ext cx="358847" cy="5539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Rounded Rectangle 706">
            <a:extLst>
              <a:ext uri="{FF2B5EF4-FFF2-40B4-BE49-F238E27FC236}">
                <a16:creationId xmlns:a16="http://schemas.microsoft.com/office/drawing/2014/main" id="{A630FD4E-2CDA-E6A0-E4BB-026533FB82E8}"/>
              </a:ext>
            </a:extLst>
          </p:cNvPr>
          <p:cNvSpPr/>
          <p:nvPr/>
        </p:nvSpPr>
        <p:spPr>
          <a:xfrm>
            <a:off x="16673552" y="7173400"/>
            <a:ext cx="557121" cy="3763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8" name="Straight Connector 707">
            <a:extLst>
              <a:ext uri="{FF2B5EF4-FFF2-40B4-BE49-F238E27FC236}">
                <a16:creationId xmlns:a16="http://schemas.microsoft.com/office/drawing/2014/main" id="{92C8C061-B131-FCA8-F5A3-DB8CA7DED7E7}"/>
              </a:ext>
            </a:extLst>
          </p:cNvPr>
          <p:cNvCxnSpPr>
            <a:cxnSpLocks/>
            <a:stCxn id="707" idx="0"/>
          </p:cNvCxnSpPr>
          <p:nvPr/>
        </p:nvCxnSpPr>
        <p:spPr>
          <a:xfrm flipV="1">
            <a:off x="16952112" y="6942405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708">
            <a:extLst>
              <a:ext uri="{FF2B5EF4-FFF2-40B4-BE49-F238E27FC236}">
                <a16:creationId xmlns:a16="http://schemas.microsoft.com/office/drawing/2014/main" id="{9B2DD5E1-C1D9-DEAE-A192-0F21DB9A57FB}"/>
              </a:ext>
            </a:extLst>
          </p:cNvPr>
          <p:cNvCxnSpPr>
            <a:cxnSpLocks/>
          </p:cNvCxnSpPr>
          <p:nvPr/>
        </p:nvCxnSpPr>
        <p:spPr>
          <a:xfrm flipV="1">
            <a:off x="16780560" y="7550114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Connector 709">
            <a:extLst>
              <a:ext uri="{FF2B5EF4-FFF2-40B4-BE49-F238E27FC236}">
                <a16:creationId xmlns:a16="http://schemas.microsoft.com/office/drawing/2014/main" id="{C370AE1E-DBF1-572A-117F-3C96322643E1}"/>
              </a:ext>
            </a:extLst>
          </p:cNvPr>
          <p:cNvCxnSpPr>
            <a:cxnSpLocks/>
          </p:cNvCxnSpPr>
          <p:nvPr/>
        </p:nvCxnSpPr>
        <p:spPr>
          <a:xfrm flipV="1">
            <a:off x="17151235" y="7559642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1" name="TextBox 710">
            <a:extLst>
              <a:ext uri="{FF2B5EF4-FFF2-40B4-BE49-F238E27FC236}">
                <a16:creationId xmlns:a16="http://schemas.microsoft.com/office/drawing/2014/main" id="{EA7ADD78-BD9D-F211-D371-527D0565FF62}"/>
              </a:ext>
            </a:extLst>
          </p:cNvPr>
          <p:cNvSpPr txBox="1"/>
          <p:nvPr/>
        </p:nvSpPr>
        <p:spPr>
          <a:xfrm>
            <a:off x="16805309" y="7412608"/>
            <a:ext cx="326116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12" name="Right Arrow 711">
            <a:extLst>
              <a:ext uri="{FF2B5EF4-FFF2-40B4-BE49-F238E27FC236}">
                <a16:creationId xmlns:a16="http://schemas.microsoft.com/office/drawing/2014/main" id="{28BB0DDC-9C04-1B61-2023-85CDD3726792}"/>
              </a:ext>
            </a:extLst>
          </p:cNvPr>
          <p:cNvSpPr/>
          <p:nvPr/>
        </p:nvSpPr>
        <p:spPr>
          <a:xfrm>
            <a:off x="16404943" y="7271018"/>
            <a:ext cx="216622" cy="185737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9" name="TextBox 718">
                <a:extLst>
                  <a:ext uri="{FF2B5EF4-FFF2-40B4-BE49-F238E27FC236}">
                    <a16:creationId xmlns:a16="http://schemas.microsoft.com/office/drawing/2014/main" id="{4F8018A0-1D1B-9997-E37D-69BE95FD7651}"/>
                  </a:ext>
                </a:extLst>
              </p:cNvPr>
              <p:cNvSpPr txBox="1"/>
              <p:nvPr/>
            </p:nvSpPr>
            <p:spPr>
              <a:xfrm>
                <a:off x="14954155" y="4999908"/>
                <a:ext cx="3862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19" name="TextBox 718">
                <a:extLst>
                  <a:ext uri="{FF2B5EF4-FFF2-40B4-BE49-F238E27FC236}">
                    <a16:creationId xmlns:a16="http://schemas.microsoft.com/office/drawing/2014/main" id="{4F8018A0-1D1B-9997-E37D-69BE95FD7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4155" y="4999908"/>
                <a:ext cx="386276" cy="5847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1" name="TextBox 720">
                <a:extLst>
                  <a:ext uri="{FF2B5EF4-FFF2-40B4-BE49-F238E27FC236}">
                    <a16:creationId xmlns:a16="http://schemas.microsoft.com/office/drawing/2014/main" id="{8BC21A4C-77B6-37AB-64EE-D115448290AB}"/>
                  </a:ext>
                </a:extLst>
              </p:cNvPr>
              <p:cNvSpPr txBox="1"/>
              <p:nvPr/>
            </p:nvSpPr>
            <p:spPr>
              <a:xfrm>
                <a:off x="14980581" y="2751302"/>
                <a:ext cx="3862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21" name="TextBox 720">
                <a:extLst>
                  <a:ext uri="{FF2B5EF4-FFF2-40B4-BE49-F238E27FC236}">
                    <a16:creationId xmlns:a16="http://schemas.microsoft.com/office/drawing/2014/main" id="{8BC21A4C-77B6-37AB-64EE-D11544829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0581" y="2751302"/>
                <a:ext cx="386276" cy="58477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4" name="Rounded Rectangle 723">
            <a:extLst>
              <a:ext uri="{FF2B5EF4-FFF2-40B4-BE49-F238E27FC236}">
                <a16:creationId xmlns:a16="http://schemas.microsoft.com/office/drawing/2014/main" id="{4DA134D0-51F2-E2AE-D33D-393F7BD8145C}"/>
              </a:ext>
            </a:extLst>
          </p:cNvPr>
          <p:cNvSpPr/>
          <p:nvPr/>
        </p:nvSpPr>
        <p:spPr>
          <a:xfrm>
            <a:off x="8373803" y="3567354"/>
            <a:ext cx="12192000" cy="2348185"/>
          </a:xfrm>
          <a:prstGeom prst="roundRect">
            <a:avLst/>
          </a:prstGeom>
          <a:solidFill>
            <a:srgbClr val="FFB329">
              <a:alpha val="9000"/>
            </a:srgbClr>
          </a:solidFill>
          <a:ln>
            <a:solidFill>
              <a:srgbClr val="FFB3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5" name="Rounded Rectangle 724">
            <a:extLst>
              <a:ext uri="{FF2B5EF4-FFF2-40B4-BE49-F238E27FC236}">
                <a16:creationId xmlns:a16="http://schemas.microsoft.com/office/drawing/2014/main" id="{12255A05-DF3D-9BA5-C614-1F7803CDA626}"/>
              </a:ext>
            </a:extLst>
          </p:cNvPr>
          <p:cNvSpPr/>
          <p:nvPr/>
        </p:nvSpPr>
        <p:spPr>
          <a:xfrm>
            <a:off x="8373803" y="5940058"/>
            <a:ext cx="12192000" cy="2348185"/>
          </a:xfrm>
          <a:prstGeom prst="roundRect">
            <a:avLst/>
          </a:prstGeom>
          <a:solidFill>
            <a:srgbClr val="0C0C85">
              <a:alpha val="9000"/>
            </a:srgbClr>
          </a:solidFill>
          <a:ln>
            <a:solidFill>
              <a:srgbClr val="0C0C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87" name="Picture 486">
            <a:extLst>
              <a:ext uri="{FF2B5EF4-FFF2-40B4-BE49-F238E27FC236}">
                <a16:creationId xmlns:a16="http://schemas.microsoft.com/office/drawing/2014/main" id="{BF37D3B4-1291-61F8-63CD-B079219C89D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66450" y="1041832"/>
            <a:ext cx="330200" cy="381000"/>
          </a:xfrm>
          <a:prstGeom prst="rect">
            <a:avLst/>
          </a:prstGeom>
        </p:spPr>
      </p:pic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FACA3CB-4F33-2845-1F48-C82D05691282}"/>
              </a:ext>
            </a:extLst>
          </p:cNvPr>
          <p:cNvCxnSpPr>
            <a:cxnSpLocks/>
          </p:cNvCxnSpPr>
          <p:nvPr/>
        </p:nvCxnSpPr>
        <p:spPr>
          <a:xfrm>
            <a:off x="1609216" y="6708003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8101258-5DB2-69D6-6222-0EFBD08E9284}"/>
              </a:ext>
            </a:extLst>
          </p:cNvPr>
          <p:cNvCxnSpPr>
            <a:cxnSpLocks/>
          </p:cNvCxnSpPr>
          <p:nvPr/>
        </p:nvCxnSpPr>
        <p:spPr>
          <a:xfrm>
            <a:off x="1609216" y="7089003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A8786DA-794C-59AE-7DB9-F0F5AE967483}"/>
              </a:ext>
            </a:extLst>
          </p:cNvPr>
          <p:cNvCxnSpPr>
            <a:cxnSpLocks/>
          </p:cNvCxnSpPr>
          <p:nvPr/>
        </p:nvCxnSpPr>
        <p:spPr>
          <a:xfrm>
            <a:off x="1609216" y="7470006"/>
            <a:ext cx="2724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Left Brace 95">
            <a:extLst>
              <a:ext uri="{FF2B5EF4-FFF2-40B4-BE49-F238E27FC236}">
                <a16:creationId xmlns:a16="http://schemas.microsoft.com/office/drawing/2014/main" id="{21B7C093-05FC-F668-4508-E61BA1A20432}"/>
              </a:ext>
            </a:extLst>
          </p:cNvPr>
          <p:cNvSpPr/>
          <p:nvPr/>
        </p:nvSpPr>
        <p:spPr>
          <a:xfrm>
            <a:off x="1341467" y="6607990"/>
            <a:ext cx="241461" cy="97155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58090989-4767-2851-9163-1C90E7B419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9492" y="7051686"/>
            <a:ext cx="177800" cy="152400"/>
          </a:xfrm>
          <a:prstGeom prst="rect">
            <a:avLst/>
          </a:prstGeom>
        </p:spPr>
      </p:pic>
      <p:sp>
        <p:nvSpPr>
          <p:cNvPr id="635" name="Oval 634">
            <a:extLst>
              <a:ext uri="{FF2B5EF4-FFF2-40B4-BE49-F238E27FC236}">
                <a16:creationId xmlns:a16="http://schemas.microsoft.com/office/drawing/2014/main" id="{81DFBE12-BBFD-016C-58B4-EE66BA915833}"/>
              </a:ext>
            </a:extLst>
          </p:cNvPr>
          <p:cNvSpPr/>
          <p:nvPr/>
        </p:nvSpPr>
        <p:spPr>
          <a:xfrm>
            <a:off x="1769679" y="209421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6" name="Oval 635">
            <a:extLst>
              <a:ext uri="{FF2B5EF4-FFF2-40B4-BE49-F238E27FC236}">
                <a16:creationId xmlns:a16="http://schemas.microsoft.com/office/drawing/2014/main" id="{84B0D8C6-4BA8-2E9B-4C77-A99DC75B35A8}"/>
              </a:ext>
            </a:extLst>
          </p:cNvPr>
          <p:cNvSpPr/>
          <p:nvPr/>
        </p:nvSpPr>
        <p:spPr>
          <a:xfrm>
            <a:off x="1769679" y="3092480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7" name="Oval 636">
            <a:extLst>
              <a:ext uri="{FF2B5EF4-FFF2-40B4-BE49-F238E27FC236}">
                <a16:creationId xmlns:a16="http://schemas.microsoft.com/office/drawing/2014/main" id="{6D74A6C9-ACDD-FC34-AE5F-23EAAE18CE9D}"/>
              </a:ext>
            </a:extLst>
          </p:cNvPr>
          <p:cNvSpPr/>
          <p:nvPr/>
        </p:nvSpPr>
        <p:spPr>
          <a:xfrm>
            <a:off x="1769679" y="409074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B3D74867-7731-73FB-7211-414D8F44E563}"/>
              </a:ext>
            </a:extLst>
          </p:cNvPr>
          <p:cNvSpPr/>
          <p:nvPr/>
        </p:nvSpPr>
        <p:spPr>
          <a:xfrm>
            <a:off x="3173936" y="2653835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1D20015A-70A9-023E-862C-A41C3854D5D4}"/>
              </a:ext>
            </a:extLst>
          </p:cNvPr>
          <p:cNvSpPr/>
          <p:nvPr/>
        </p:nvSpPr>
        <p:spPr>
          <a:xfrm>
            <a:off x="3173936" y="3635530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A7E78175-BCEC-75A7-62C5-6FFDFD763D91}"/>
              </a:ext>
            </a:extLst>
          </p:cNvPr>
          <p:cNvSpPr/>
          <p:nvPr/>
        </p:nvSpPr>
        <p:spPr>
          <a:xfrm>
            <a:off x="3173936" y="461722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7865D163-C23A-25F3-847D-03A9955BE8AF}"/>
              </a:ext>
            </a:extLst>
          </p:cNvPr>
          <p:cNvCxnSpPr>
            <a:stCxn id="635" idx="6"/>
            <a:endCxn id="638" idx="2"/>
          </p:cNvCxnSpPr>
          <p:nvPr/>
        </p:nvCxnSpPr>
        <p:spPr>
          <a:xfrm>
            <a:off x="2046769" y="2232760"/>
            <a:ext cx="1127166" cy="55962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E4515980-D378-E593-8DAF-A5C237690A9A}"/>
              </a:ext>
            </a:extLst>
          </p:cNvPr>
          <p:cNvCxnSpPr>
            <a:cxnSpLocks/>
            <a:stCxn id="635" idx="6"/>
            <a:endCxn id="225" idx="2"/>
          </p:cNvCxnSpPr>
          <p:nvPr/>
        </p:nvCxnSpPr>
        <p:spPr>
          <a:xfrm>
            <a:off x="2046769" y="2232759"/>
            <a:ext cx="1127166" cy="154131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8C8A1C8C-6B2C-4A4F-FC07-712AD0F0FFD6}"/>
              </a:ext>
            </a:extLst>
          </p:cNvPr>
          <p:cNvCxnSpPr>
            <a:cxnSpLocks/>
            <a:stCxn id="635" idx="6"/>
            <a:endCxn id="227" idx="2"/>
          </p:cNvCxnSpPr>
          <p:nvPr/>
        </p:nvCxnSpPr>
        <p:spPr>
          <a:xfrm>
            <a:off x="2046769" y="2232759"/>
            <a:ext cx="1127166" cy="25230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0FC63D36-FA69-AAFB-B6DF-89882457F3F8}"/>
              </a:ext>
            </a:extLst>
          </p:cNvPr>
          <p:cNvCxnSpPr>
            <a:cxnSpLocks/>
            <a:stCxn id="636" idx="6"/>
            <a:endCxn id="638" idx="2"/>
          </p:cNvCxnSpPr>
          <p:nvPr/>
        </p:nvCxnSpPr>
        <p:spPr>
          <a:xfrm flipV="1">
            <a:off x="2046769" y="2792381"/>
            <a:ext cx="1127166" cy="43864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Straight Arrow Connector 672">
            <a:extLst>
              <a:ext uri="{FF2B5EF4-FFF2-40B4-BE49-F238E27FC236}">
                <a16:creationId xmlns:a16="http://schemas.microsoft.com/office/drawing/2014/main" id="{7A561AF2-DB86-4121-E5FA-6E0347F4ACA6}"/>
              </a:ext>
            </a:extLst>
          </p:cNvPr>
          <p:cNvCxnSpPr>
            <a:cxnSpLocks/>
            <a:stCxn id="636" idx="6"/>
            <a:endCxn id="225" idx="2"/>
          </p:cNvCxnSpPr>
          <p:nvPr/>
        </p:nvCxnSpPr>
        <p:spPr>
          <a:xfrm>
            <a:off x="2046769" y="3231025"/>
            <a:ext cx="1127166" cy="54305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Arrow Connector 673">
            <a:extLst>
              <a:ext uri="{FF2B5EF4-FFF2-40B4-BE49-F238E27FC236}">
                <a16:creationId xmlns:a16="http://schemas.microsoft.com/office/drawing/2014/main" id="{46933456-B6D8-46A1-D5C8-5B19F9E11E73}"/>
              </a:ext>
            </a:extLst>
          </p:cNvPr>
          <p:cNvCxnSpPr>
            <a:cxnSpLocks/>
            <a:stCxn id="637" idx="6"/>
            <a:endCxn id="227" idx="2"/>
          </p:cNvCxnSpPr>
          <p:nvPr/>
        </p:nvCxnSpPr>
        <p:spPr>
          <a:xfrm>
            <a:off x="2046769" y="4229291"/>
            <a:ext cx="1127166" cy="5264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Straight Arrow Connector 674">
            <a:extLst>
              <a:ext uri="{FF2B5EF4-FFF2-40B4-BE49-F238E27FC236}">
                <a16:creationId xmlns:a16="http://schemas.microsoft.com/office/drawing/2014/main" id="{16D3F46C-CC33-CDC2-131E-00817541E4DA}"/>
              </a:ext>
            </a:extLst>
          </p:cNvPr>
          <p:cNvCxnSpPr>
            <a:cxnSpLocks/>
            <a:stCxn id="636" idx="6"/>
            <a:endCxn id="227" idx="2"/>
          </p:cNvCxnSpPr>
          <p:nvPr/>
        </p:nvCxnSpPr>
        <p:spPr>
          <a:xfrm>
            <a:off x="2046769" y="3231025"/>
            <a:ext cx="1127166" cy="1524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Straight Arrow Connector 675">
            <a:extLst>
              <a:ext uri="{FF2B5EF4-FFF2-40B4-BE49-F238E27FC236}">
                <a16:creationId xmlns:a16="http://schemas.microsoft.com/office/drawing/2014/main" id="{6B0864EC-7CC5-572F-4A92-7D597781EADF}"/>
              </a:ext>
            </a:extLst>
          </p:cNvPr>
          <p:cNvCxnSpPr>
            <a:cxnSpLocks/>
            <a:stCxn id="637" idx="6"/>
            <a:endCxn id="638" idx="2"/>
          </p:cNvCxnSpPr>
          <p:nvPr/>
        </p:nvCxnSpPr>
        <p:spPr>
          <a:xfrm flipV="1">
            <a:off x="2046769" y="2792381"/>
            <a:ext cx="1127166" cy="143691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Arrow Connector 676">
            <a:extLst>
              <a:ext uri="{FF2B5EF4-FFF2-40B4-BE49-F238E27FC236}">
                <a16:creationId xmlns:a16="http://schemas.microsoft.com/office/drawing/2014/main" id="{75C3EBB6-CF82-AAEB-59AC-F17F637C8391}"/>
              </a:ext>
            </a:extLst>
          </p:cNvPr>
          <p:cNvCxnSpPr>
            <a:cxnSpLocks/>
            <a:stCxn id="637" idx="6"/>
            <a:endCxn id="225" idx="2"/>
          </p:cNvCxnSpPr>
          <p:nvPr/>
        </p:nvCxnSpPr>
        <p:spPr>
          <a:xfrm flipV="1">
            <a:off x="2046769" y="3774075"/>
            <a:ext cx="1127166" cy="45521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8" name="Oval 677">
            <a:extLst>
              <a:ext uri="{FF2B5EF4-FFF2-40B4-BE49-F238E27FC236}">
                <a16:creationId xmlns:a16="http://schemas.microsoft.com/office/drawing/2014/main" id="{FEC424E3-1557-68AB-FE7A-BDE0170FE823}"/>
              </a:ext>
            </a:extLst>
          </p:cNvPr>
          <p:cNvSpPr/>
          <p:nvPr/>
        </p:nvSpPr>
        <p:spPr>
          <a:xfrm>
            <a:off x="3173936" y="1672140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9" name="Straight Arrow Connector 678">
            <a:extLst>
              <a:ext uri="{FF2B5EF4-FFF2-40B4-BE49-F238E27FC236}">
                <a16:creationId xmlns:a16="http://schemas.microsoft.com/office/drawing/2014/main" id="{AE82B449-8E5A-A380-4F92-E93819E976A9}"/>
              </a:ext>
            </a:extLst>
          </p:cNvPr>
          <p:cNvCxnSpPr>
            <a:cxnSpLocks/>
            <a:stCxn id="635" idx="6"/>
            <a:endCxn id="678" idx="2"/>
          </p:cNvCxnSpPr>
          <p:nvPr/>
        </p:nvCxnSpPr>
        <p:spPr>
          <a:xfrm flipV="1">
            <a:off x="2046769" y="1810685"/>
            <a:ext cx="1127166" cy="42207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Arrow Connector 679">
            <a:extLst>
              <a:ext uri="{FF2B5EF4-FFF2-40B4-BE49-F238E27FC236}">
                <a16:creationId xmlns:a16="http://schemas.microsoft.com/office/drawing/2014/main" id="{EF6F634E-58EC-9686-C124-94C1ACEBF9F1}"/>
              </a:ext>
            </a:extLst>
          </p:cNvPr>
          <p:cNvCxnSpPr>
            <a:cxnSpLocks/>
            <a:stCxn id="636" idx="6"/>
            <a:endCxn id="678" idx="2"/>
          </p:cNvCxnSpPr>
          <p:nvPr/>
        </p:nvCxnSpPr>
        <p:spPr>
          <a:xfrm flipV="1">
            <a:off x="2046769" y="1810685"/>
            <a:ext cx="1127166" cy="14203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Arrow Connector 680">
            <a:extLst>
              <a:ext uri="{FF2B5EF4-FFF2-40B4-BE49-F238E27FC236}">
                <a16:creationId xmlns:a16="http://schemas.microsoft.com/office/drawing/2014/main" id="{E80CFDD1-1788-AD01-DE3E-D0590D0B435E}"/>
              </a:ext>
            </a:extLst>
          </p:cNvPr>
          <p:cNvCxnSpPr>
            <a:cxnSpLocks/>
            <a:stCxn id="637" idx="6"/>
            <a:endCxn id="678" idx="2"/>
          </p:cNvCxnSpPr>
          <p:nvPr/>
        </p:nvCxnSpPr>
        <p:spPr>
          <a:xfrm flipV="1">
            <a:off x="2046769" y="1810685"/>
            <a:ext cx="1127166" cy="24186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Oval 681">
            <a:extLst>
              <a:ext uri="{FF2B5EF4-FFF2-40B4-BE49-F238E27FC236}">
                <a16:creationId xmlns:a16="http://schemas.microsoft.com/office/drawing/2014/main" id="{03B7D23B-38DD-8790-69EB-F512F04213AA}"/>
              </a:ext>
            </a:extLst>
          </p:cNvPr>
          <p:cNvSpPr/>
          <p:nvPr/>
        </p:nvSpPr>
        <p:spPr>
          <a:xfrm>
            <a:off x="4578193" y="209421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3" name="Oval 682">
            <a:extLst>
              <a:ext uri="{FF2B5EF4-FFF2-40B4-BE49-F238E27FC236}">
                <a16:creationId xmlns:a16="http://schemas.microsoft.com/office/drawing/2014/main" id="{8CE0C605-F4AE-D42B-AA6D-80CB6690956B}"/>
              </a:ext>
            </a:extLst>
          </p:cNvPr>
          <p:cNvSpPr/>
          <p:nvPr/>
        </p:nvSpPr>
        <p:spPr>
          <a:xfrm>
            <a:off x="4578193" y="3092480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" name="Oval 683">
            <a:extLst>
              <a:ext uri="{FF2B5EF4-FFF2-40B4-BE49-F238E27FC236}">
                <a16:creationId xmlns:a16="http://schemas.microsoft.com/office/drawing/2014/main" id="{9E76D3F5-826C-7628-7DC4-02E96815AD10}"/>
              </a:ext>
            </a:extLst>
          </p:cNvPr>
          <p:cNvSpPr/>
          <p:nvPr/>
        </p:nvSpPr>
        <p:spPr>
          <a:xfrm>
            <a:off x="4578193" y="409074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5" name="Straight Arrow Connector 684">
            <a:extLst>
              <a:ext uri="{FF2B5EF4-FFF2-40B4-BE49-F238E27FC236}">
                <a16:creationId xmlns:a16="http://schemas.microsoft.com/office/drawing/2014/main" id="{1437402A-2F22-7D9E-CEB8-2D6B7CD4E00A}"/>
              </a:ext>
            </a:extLst>
          </p:cNvPr>
          <p:cNvCxnSpPr>
            <a:cxnSpLocks/>
            <a:stCxn id="678" idx="6"/>
            <a:endCxn id="682" idx="2"/>
          </p:cNvCxnSpPr>
          <p:nvPr/>
        </p:nvCxnSpPr>
        <p:spPr>
          <a:xfrm>
            <a:off x="3451026" y="1810685"/>
            <a:ext cx="1127166" cy="42207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Arrow Connector 685">
            <a:extLst>
              <a:ext uri="{FF2B5EF4-FFF2-40B4-BE49-F238E27FC236}">
                <a16:creationId xmlns:a16="http://schemas.microsoft.com/office/drawing/2014/main" id="{1A2BF0D9-EA8C-61A3-B490-1B9D0A6A1A6A}"/>
              </a:ext>
            </a:extLst>
          </p:cNvPr>
          <p:cNvCxnSpPr>
            <a:cxnSpLocks/>
            <a:stCxn id="638" idx="6"/>
            <a:endCxn id="682" idx="2"/>
          </p:cNvCxnSpPr>
          <p:nvPr/>
        </p:nvCxnSpPr>
        <p:spPr>
          <a:xfrm flipV="1">
            <a:off x="3451026" y="2232760"/>
            <a:ext cx="1127166" cy="55962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Arrow Connector 686">
            <a:extLst>
              <a:ext uri="{FF2B5EF4-FFF2-40B4-BE49-F238E27FC236}">
                <a16:creationId xmlns:a16="http://schemas.microsoft.com/office/drawing/2014/main" id="{63CDC6EE-988D-A7B0-38EA-B6E26BAEC86A}"/>
              </a:ext>
            </a:extLst>
          </p:cNvPr>
          <p:cNvCxnSpPr>
            <a:cxnSpLocks/>
            <a:stCxn id="225" idx="6"/>
            <a:endCxn id="682" idx="2"/>
          </p:cNvCxnSpPr>
          <p:nvPr/>
        </p:nvCxnSpPr>
        <p:spPr>
          <a:xfrm flipV="1">
            <a:off x="3451026" y="2232759"/>
            <a:ext cx="1127166" cy="154131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Arrow Connector 687">
            <a:extLst>
              <a:ext uri="{FF2B5EF4-FFF2-40B4-BE49-F238E27FC236}">
                <a16:creationId xmlns:a16="http://schemas.microsoft.com/office/drawing/2014/main" id="{3BF49E30-5409-0389-0947-2BB012856E62}"/>
              </a:ext>
            </a:extLst>
          </p:cNvPr>
          <p:cNvCxnSpPr>
            <a:cxnSpLocks/>
            <a:stCxn id="227" idx="6"/>
            <a:endCxn id="682" idx="2"/>
          </p:cNvCxnSpPr>
          <p:nvPr/>
        </p:nvCxnSpPr>
        <p:spPr>
          <a:xfrm flipV="1">
            <a:off x="3451026" y="2232759"/>
            <a:ext cx="1127166" cy="25230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Arrow Connector 688">
            <a:extLst>
              <a:ext uri="{FF2B5EF4-FFF2-40B4-BE49-F238E27FC236}">
                <a16:creationId xmlns:a16="http://schemas.microsoft.com/office/drawing/2014/main" id="{A364C367-A42A-72FC-A01B-1C6FABB68EE6}"/>
              </a:ext>
            </a:extLst>
          </p:cNvPr>
          <p:cNvCxnSpPr>
            <a:cxnSpLocks/>
            <a:stCxn id="227" idx="6"/>
            <a:endCxn id="683" idx="2"/>
          </p:cNvCxnSpPr>
          <p:nvPr/>
        </p:nvCxnSpPr>
        <p:spPr>
          <a:xfrm flipV="1">
            <a:off x="3451026" y="3231025"/>
            <a:ext cx="1127166" cy="1524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Arrow Connector 689">
            <a:extLst>
              <a:ext uri="{FF2B5EF4-FFF2-40B4-BE49-F238E27FC236}">
                <a16:creationId xmlns:a16="http://schemas.microsoft.com/office/drawing/2014/main" id="{D8F51D5D-6926-EE53-28BF-A8DCB71EFA6D}"/>
              </a:ext>
            </a:extLst>
          </p:cNvPr>
          <p:cNvCxnSpPr>
            <a:cxnSpLocks/>
            <a:stCxn id="225" idx="6"/>
            <a:endCxn id="684" idx="2"/>
          </p:cNvCxnSpPr>
          <p:nvPr/>
        </p:nvCxnSpPr>
        <p:spPr>
          <a:xfrm>
            <a:off x="3451026" y="3774075"/>
            <a:ext cx="1127166" cy="45521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Arrow Connector 690">
            <a:extLst>
              <a:ext uri="{FF2B5EF4-FFF2-40B4-BE49-F238E27FC236}">
                <a16:creationId xmlns:a16="http://schemas.microsoft.com/office/drawing/2014/main" id="{BCC3167C-7194-F8B8-2191-03BCD6DF2B03}"/>
              </a:ext>
            </a:extLst>
          </p:cNvPr>
          <p:cNvCxnSpPr>
            <a:cxnSpLocks/>
            <a:stCxn id="678" idx="6"/>
            <a:endCxn id="684" idx="2"/>
          </p:cNvCxnSpPr>
          <p:nvPr/>
        </p:nvCxnSpPr>
        <p:spPr>
          <a:xfrm>
            <a:off x="3451026" y="1810685"/>
            <a:ext cx="1127166" cy="24186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Arrow Connector 691">
            <a:extLst>
              <a:ext uri="{FF2B5EF4-FFF2-40B4-BE49-F238E27FC236}">
                <a16:creationId xmlns:a16="http://schemas.microsoft.com/office/drawing/2014/main" id="{D33643ED-B97D-5BE0-39EE-E62859916A3B}"/>
              </a:ext>
            </a:extLst>
          </p:cNvPr>
          <p:cNvCxnSpPr>
            <a:cxnSpLocks/>
            <a:stCxn id="638" idx="6"/>
            <a:endCxn id="684" idx="2"/>
          </p:cNvCxnSpPr>
          <p:nvPr/>
        </p:nvCxnSpPr>
        <p:spPr>
          <a:xfrm>
            <a:off x="3451026" y="2792381"/>
            <a:ext cx="1127166" cy="143691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Arrow Connector 692">
            <a:extLst>
              <a:ext uri="{FF2B5EF4-FFF2-40B4-BE49-F238E27FC236}">
                <a16:creationId xmlns:a16="http://schemas.microsoft.com/office/drawing/2014/main" id="{38EAA676-8399-3224-1EBB-45003FDC030B}"/>
              </a:ext>
            </a:extLst>
          </p:cNvPr>
          <p:cNvCxnSpPr>
            <a:cxnSpLocks/>
            <a:stCxn id="227" idx="6"/>
            <a:endCxn id="684" idx="2"/>
          </p:cNvCxnSpPr>
          <p:nvPr/>
        </p:nvCxnSpPr>
        <p:spPr>
          <a:xfrm flipV="1">
            <a:off x="3451026" y="4229291"/>
            <a:ext cx="1127166" cy="5264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Arrow Connector 693">
            <a:extLst>
              <a:ext uri="{FF2B5EF4-FFF2-40B4-BE49-F238E27FC236}">
                <a16:creationId xmlns:a16="http://schemas.microsoft.com/office/drawing/2014/main" id="{747D5358-4EB7-D89A-4142-F5E1688C7DD8}"/>
              </a:ext>
            </a:extLst>
          </p:cNvPr>
          <p:cNvCxnSpPr>
            <a:cxnSpLocks/>
            <a:stCxn id="638" idx="6"/>
            <a:endCxn id="683" idx="2"/>
          </p:cNvCxnSpPr>
          <p:nvPr/>
        </p:nvCxnSpPr>
        <p:spPr>
          <a:xfrm>
            <a:off x="3451026" y="2792381"/>
            <a:ext cx="1127166" cy="43864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Arrow Connector 694">
            <a:extLst>
              <a:ext uri="{FF2B5EF4-FFF2-40B4-BE49-F238E27FC236}">
                <a16:creationId xmlns:a16="http://schemas.microsoft.com/office/drawing/2014/main" id="{945752D6-3D50-A9AD-6C44-449530344EE6}"/>
              </a:ext>
            </a:extLst>
          </p:cNvPr>
          <p:cNvCxnSpPr>
            <a:cxnSpLocks/>
            <a:stCxn id="225" idx="6"/>
            <a:endCxn id="683" idx="2"/>
          </p:cNvCxnSpPr>
          <p:nvPr/>
        </p:nvCxnSpPr>
        <p:spPr>
          <a:xfrm flipV="1">
            <a:off x="3451026" y="3231025"/>
            <a:ext cx="1127166" cy="54305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Arrow Connector 695">
            <a:extLst>
              <a:ext uri="{FF2B5EF4-FFF2-40B4-BE49-F238E27FC236}">
                <a16:creationId xmlns:a16="http://schemas.microsoft.com/office/drawing/2014/main" id="{516E0549-2E34-CC77-C8AA-30866D818752}"/>
              </a:ext>
            </a:extLst>
          </p:cNvPr>
          <p:cNvCxnSpPr>
            <a:cxnSpLocks/>
            <a:stCxn id="678" idx="6"/>
            <a:endCxn id="683" idx="2"/>
          </p:cNvCxnSpPr>
          <p:nvPr/>
        </p:nvCxnSpPr>
        <p:spPr>
          <a:xfrm>
            <a:off x="3451026" y="1810685"/>
            <a:ext cx="1127166" cy="14203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080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CC16E-E669-0A37-29AD-FC88D5FF1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Rounded Rectangle 760">
            <a:extLst>
              <a:ext uri="{FF2B5EF4-FFF2-40B4-BE49-F238E27FC236}">
                <a16:creationId xmlns:a16="http://schemas.microsoft.com/office/drawing/2014/main" id="{45A4586D-4919-74AD-BE75-627D7435209B}"/>
              </a:ext>
            </a:extLst>
          </p:cNvPr>
          <p:cNvSpPr/>
          <p:nvPr/>
        </p:nvSpPr>
        <p:spPr>
          <a:xfrm>
            <a:off x="260320" y="1204055"/>
            <a:ext cx="6104010" cy="7131871"/>
          </a:xfrm>
          <a:prstGeom prst="roundRect">
            <a:avLst/>
          </a:prstGeom>
          <a:solidFill>
            <a:schemeClr val="bg2">
              <a:lumMod val="90000"/>
              <a:alpha val="9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6CAFB67A-1344-FAD2-A5FD-1A5CFBF0AB77}"/>
              </a:ext>
            </a:extLst>
          </p:cNvPr>
          <p:cNvCxnSpPr>
            <a:cxnSpLocks/>
          </p:cNvCxnSpPr>
          <p:nvPr/>
        </p:nvCxnSpPr>
        <p:spPr>
          <a:xfrm flipV="1">
            <a:off x="18423211" y="1546545"/>
            <a:ext cx="0" cy="1281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03FE2114-8283-DE22-E9B5-CBBD4DF920A8}"/>
              </a:ext>
            </a:extLst>
          </p:cNvPr>
          <p:cNvCxnSpPr>
            <a:cxnSpLocks/>
          </p:cNvCxnSpPr>
          <p:nvPr/>
        </p:nvCxnSpPr>
        <p:spPr>
          <a:xfrm>
            <a:off x="18423211" y="2828337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F7B237A-F71A-FAB7-5DBB-DA5C19F32ED1}"/>
              </a:ext>
            </a:extLst>
          </p:cNvPr>
          <p:cNvCxnSpPr>
            <a:cxnSpLocks/>
          </p:cNvCxnSpPr>
          <p:nvPr/>
        </p:nvCxnSpPr>
        <p:spPr>
          <a:xfrm flipH="1">
            <a:off x="18015874" y="2833041"/>
            <a:ext cx="402390" cy="6030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92CB399-7912-8E95-9E96-CD376D0B9DA8}"/>
              </a:ext>
            </a:extLst>
          </p:cNvPr>
          <p:cNvCxnSpPr/>
          <p:nvPr/>
        </p:nvCxnSpPr>
        <p:spPr>
          <a:xfrm flipV="1">
            <a:off x="18418264" y="1949233"/>
            <a:ext cx="987634" cy="87910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0916B98C-53AE-0585-BB80-F9D179988C64}"/>
              </a:ext>
            </a:extLst>
          </p:cNvPr>
          <p:cNvCxnSpPr>
            <a:cxnSpLocks/>
          </p:cNvCxnSpPr>
          <p:nvPr/>
        </p:nvCxnSpPr>
        <p:spPr>
          <a:xfrm>
            <a:off x="18418265" y="2833042"/>
            <a:ext cx="866239" cy="3979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Picture 112">
            <a:extLst>
              <a:ext uri="{FF2B5EF4-FFF2-40B4-BE49-F238E27FC236}">
                <a16:creationId xmlns:a16="http://schemas.microsoft.com/office/drawing/2014/main" id="{011D3FC5-F3E3-E5E9-4B8C-83D43A1FD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4" r="1000" b="-1525"/>
          <a:stretch>
            <a:fillRect/>
          </a:stretch>
        </p:blipFill>
        <p:spPr>
          <a:xfrm>
            <a:off x="6948839" y="1949233"/>
            <a:ext cx="3592047" cy="9879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779248-9810-6E49-FE18-0C969B11F488}"/>
              </a:ext>
            </a:extLst>
          </p:cNvPr>
          <p:cNvSpPr txBox="1"/>
          <p:nvPr/>
        </p:nvSpPr>
        <p:spPr>
          <a:xfrm>
            <a:off x="6824049" y="1204056"/>
            <a:ext cx="371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Matrix Similarity</a:t>
            </a: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A1FE8679-F099-7AD5-9EE8-56B4ED21C747}"/>
              </a:ext>
            </a:extLst>
          </p:cNvPr>
          <p:cNvSpPr/>
          <p:nvPr/>
        </p:nvSpPr>
        <p:spPr>
          <a:xfrm rot="3205068">
            <a:off x="18161478" y="2331531"/>
            <a:ext cx="722297" cy="722297"/>
          </a:xfrm>
          <a:prstGeom prst="arc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5BB5AB-984F-6AB4-090E-E3133CC9184D}"/>
              </a:ext>
            </a:extLst>
          </p:cNvPr>
          <p:cNvSpPr txBox="1"/>
          <p:nvPr/>
        </p:nvSpPr>
        <p:spPr>
          <a:xfrm>
            <a:off x="18868864" y="2513480"/>
            <a:ext cx="413319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accent6">
                    <a:lumMod val="75000"/>
                  </a:schemeClr>
                </a:solidFill>
              </a:rPr>
              <a:t>θ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E1836179-EC19-F002-5831-14A97DBC1497}"/>
              </a:ext>
            </a:extLst>
          </p:cNvPr>
          <p:cNvCxnSpPr>
            <a:cxnSpLocks/>
          </p:cNvCxnSpPr>
          <p:nvPr/>
        </p:nvCxnSpPr>
        <p:spPr>
          <a:xfrm flipV="1">
            <a:off x="18422412" y="3856292"/>
            <a:ext cx="0" cy="1281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FF3FB562-640E-E012-442D-83D093DC191F}"/>
              </a:ext>
            </a:extLst>
          </p:cNvPr>
          <p:cNvCxnSpPr>
            <a:cxnSpLocks/>
          </p:cNvCxnSpPr>
          <p:nvPr/>
        </p:nvCxnSpPr>
        <p:spPr>
          <a:xfrm>
            <a:off x="18422412" y="5138084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FDFA30C6-2747-D28F-A0BA-1557CBE6BEB2}"/>
              </a:ext>
            </a:extLst>
          </p:cNvPr>
          <p:cNvCxnSpPr>
            <a:cxnSpLocks/>
          </p:cNvCxnSpPr>
          <p:nvPr/>
        </p:nvCxnSpPr>
        <p:spPr>
          <a:xfrm flipH="1">
            <a:off x="18015075" y="5142788"/>
            <a:ext cx="402390" cy="6030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2810ED4C-9AF4-33A0-1C2A-0CAFB594FC14}"/>
              </a:ext>
            </a:extLst>
          </p:cNvPr>
          <p:cNvCxnSpPr/>
          <p:nvPr/>
        </p:nvCxnSpPr>
        <p:spPr>
          <a:xfrm flipV="1">
            <a:off x="18417465" y="4258980"/>
            <a:ext cx="987634" cy="87910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E070A3E3-EDEF-CDE9-5B5A-12F139CD8A83}"/>
              </a:ext>
            </a:extLst>
          </p:cNvPr>
          <p:cNvCxnSpPr>
            <a:cxnSpLocks/>
          </p:cNvCxnSpPr>
          <p:nvPr/>
        </p:nvCxnSpPr>
        <p:spPr>
          <a:xfrm>
            <a:off x="18417466" y="5142789"/>
            <a:ext cx="866239" cy="3979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Arc 236">
            <a:extLst>
              <a:ext uri="{FF2B5EF4-FFF2-40B4-BE49-F238E27FC236}">
                <a16:creationId xmlns:a16="http://schemas.microsoft.com/office/drawing/2014/main" id="{D0C06D75-B777-6F80-A685-E8DD86042208}"/>
              </a:ext>
            </a:extLst>
          </p:cNvPr>
          <p:cNvSpPr/>
          <p:nvPr/>
        </p:nvSpPr>
        <p:spPr>
          <a:xfrm rot="3205068">
            <a:off x="18160679" y="4641278"/>
            <a:ext cx="722297" cy="722297"/>
          </a:xfrm>
          <a:prstGeom prst="arc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CCCE3E33-1BC4-EEE9-5D33-81CACAA49D81}"/>
              </a:ext>
            </a:extLst>
          </p:cNvPr>
          <p:cNvSpPr txBox="1"/>
          <p:nvPr/>
        </p:nvSpPr>
        <p:spPr>
          <a:xfrm>
            <a:off x="18868065" y="4823227"/>
            <a:ext cx="413319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accent6">
                    <a:lumMod val="75000"/>
                  </a:schemeClr>
                </a:solidFill>
              </a:rPr>
              <a:t>θ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15" name="Picture 314">
            <a:extLst>
              <a:ext uri="{FF2B5EF4-FFF2-40B4-BE49-F238E27FC236}">
                <a16:creationId xmlns:a16="http://schemas.microsoft.com/office/drawing/2014/main" id="{C40818DC-2668-237B-5706-A5A0F59AD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191" y="4444352"/>
            <a:ext cx="4334355" cy="736022"/>
          </a:xfrm>
          <a:prstGeom prst="rect">
            <a:avLst/>
          </a:prstGeom>
        </p:spPr>
      </p:pic>
      <p:sp>
        <p:nvSpPr>
          <p:cNvPr id="342" name="TextBox 341">
            <a:extLst>
              <a:ext uri="{FF2B5EF4-FFF2-40B4-BE49-F238E27FC236}">
                <a16:creationId xmlns:a16="http://schemas.microsoft.com/office/drawing/2014/main" id="{1A5DFB5B-65D0-CD4A-80B2-69848BF2DE5D}"/>
              </a:ext>
            </a:extLst>
          </p:cNvPr>
          <p:cNvSpPr txBox="1"/>
          <p:nvPr/>
        </p:nvSpPr>
        <p:spPr>
          <a:xfrm>
            <a:off x="6785026" y="3625459"/>
            <a:ext cx="371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Functional Similarity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8B8DB55A-B2B3-26B6-B49A-4674058CEBC0}"/>
              </a:ext>
            </a:extLst>
          </p:cNvPr>
          <p:cNvSpPr txBox="1"/>
          <p:nvPr/>
        </p:nvSpPr>
        <p:spPr>
          <a:xfrm>
            <a:off x="6824049" y="5939796"/>
            <a:ext cx="371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Tensor Similarity</a:t>
            </a: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EFCE5F70-74F9-B251-2693-6CE325941C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1518" r="185" b="-728"/>
          <a:stretch>
            <a:fillRect/>
          </a:stretch>
        </p:blipFill>
        <p:spPr>
          <a:xfrm>
            <a:off x="6785026" y="6766671"/>
            <a:ext cx="4103568" cy="884467"/>
          </a:xfrm>
          <a:prstGeom prst="rect">
            <a:avLst/>
          </a:prstGeom>
        </p:spPr>
      </p:pic>
      <p:pic>
        <p:nvPicPr>
          <p:cNvPr id="445" name="Picture 444">
            <a:extLst>
              <a:ext uri="{FF2B5EF4-FFF2-40B4-BE49-F238E27FC236}">
                <a16:creationId xmlns:a16="http://schemas.microsoft.com/office/drawing/2014/main" id="{0629465A-0B33-D4FD-8FAC-4307529B7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5791" y="1351077"/>
            <a:ext cx="787611" cy="348207"/>
          </a:xfrm>
          <a:prstGeom prst="rect">
            <a:avLst/>
          </a:prstGeom>
        </p:spPr>
      </p:pic>
      <p:pic>
        <p:nvPicPr>
          <p:cNvPr id="447" name="Picture 446">
            <a:extLst>
              <a:ext uri="{FF2B5EF4-FFF2-40B4-BE49-F238E27FC236}">
                <a16:creationId xmlns:a16="http://schemas.microsoft.com/office/drawing/2014/main" id="{60D3D6CC-72FE-44C6-A704-E059DA4E3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71904" y="3692557"/>
            <a:ext cx="860425" cy="28904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07E32CC-0247-0688-BA57-0287CE47A730}"/>
              </a:ext>
            </a:extLst>
          </p:cNvPr>
          <p:cNvSpPr/>
          <p:nvPr/>
        </p:nvSpPr>
        <p:spPr>
          <a:xfrm>
            <a:off x="1912478" y="191218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28C78FF-A7E2-0BA2-1B30-F0A9234CD3CC}"/>
              </a:ext>
            </a:extLst>
          </p:cNvPr>
          <p:cNvSpPr/>
          <p:nvPr/>
        </p:nvSpPr>
        <p:spPr>
          <a:xfrm>
            <a:off x="1912478" y="2612502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AA5498-EAB8-60C0-F50C-C3FE3E47F693}"/>
              </a:ext>
            </a:extLst>
          </p:cNvPr>
          <p:cNvSpPr/>
          <p:nvPr/>
        </p:nvSpPr>
        <p:spPr>
          <a:xfrm>
            <a:off x="1912478" y="3908720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AF1A08-1F22-44AB-85E9-AF3C5FA4483D}"/>
              </a:ext>
            </a:extLst>
          </p:cNvPr>
          <p:cNvSpPr/>
          <p:nvPr/>
        </p:nvSpPr>
        <p:spPr>
          <a:xfrm>
            <a:off x="2711552" y="2291212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338F56-AA17-5673-B4F8-C1C59617491B}"/>
              </a:ext>
            </a:extLst>
          </p:cNvPr>
          <p:cNvSpPr/>
          <p:nvPr/>
        </p:nvSpPr>
        <p:spPr>
          <a:xfrm>
            <a:off x="2711552" y="2922253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8BE3D69-13EF-E082-F271-20D261E01F01}"/>
              </a:ext>
            </a:extLst>
          </p:cNvPr>
          <p:cNvSpPr/>
          <p:nvPr/>
        </p:nvSpPr>
        <p:spPr>
          <a:xfrm>
            <a:off x="2711552" y="4435200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392D96B-E7B6-0E0A-9719-68196D36DD58}"/>
              </a:ext>
            </a:extLst>
          </p:cNvPr>
          <p:cNvCxnSpPr>
            <a:stCxn id="3" idx="6"/>
            <a:endCxn id="7" idx="2"/>
          </p:cNvCxnSpPr>
          <p:nvPr/>
        </p:nvCxnSpPr>
        <p:spPr>
          <a:xfrm>
            <a:off x="2189569" y="2050734"/>
            <a:ext cx="521983" cy="37902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0FE3C0-FB6F-9644-ADEF-67A1B3827D33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>
            <a:off x="2189569" y="2050734"/>
            <a:ext cx="521983" cy="101006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34517E-72BA-3CC8-0E06-1A3FAAE6F553}"/>
              </a:ext>
            </a:extLst>
          </p:cNvPr>
          <p:cNvCxnSpPr>
            <a:cxnSpLocks/>
            <a:stCxn id="3" idx="6"/>
            <a:endCxn id="12" idx="2"/>
          </p:cNvCxnSpPr>
          <p:nvPr/>
        </p:nvCxnSpPr>
        <p:spPr>
          <a:xfrm>
            <a:off x="2189569" y="2050734"/>
            <a:ext cx="521983" cy="25230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458F7B-6122-8A8F-6771-27EA9EEA187A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 flipV="1">
            <a:off x="2189569" y="2429758"/>
            <a:ext cx="521983" cy="32129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44C703B-3F3E-FB37-1C17-9455D4E26451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2189569" y="2751048"/>
            <a:ext cx="521983" cy="309751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FE944E-1E83-CD7B-B85C-A9CCAC8E5E3F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>
            <a:off x="2189569" y="4047266"/>
            <a:ext cx="521983" cy="52648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AAC32D-30A9-BF74-F723-B75946173417}"/>
              </a:ext>
            </a:extLst>
          </p:cNvPr>
          <p:cNvCxnSpPr>
            <a:cxnSpLocks/>
            <a:stCxn id="4" idx="6"/>
            <a:endCxn id="12" idx="2"/>
          </p:cNvCxnSpPr>
          <p:nvPr/>
        </p:nvCxnSpPr>
        <p:spPr>
          <a:xfrm>
            <a:off x="2189569" y="2751048"/>
            <a:ext cx="521983" cy="182269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004097-E47D-1620-D319-E89584A3E7E9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2189569" y="2429758"/>
            <a:ext cx="521983" cy="161750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E5C1F86-5CCC-B3C7-AB46-DCA6A5BC4C22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 flipV="1">
            <a:off x="2189569" y="3060799"/>
            <a:ext cx="521983" cy="98646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04179B28-A793-7474-AB53-1098BD3A51CC}"/>
              </a:ext>
            </a:extLst>
          </p:cNvPr>
          <p:cNvSpPr/>
          <p:nvPr/>
        </p:nvSpPr>
        <p:spPr>
          <a:xfrm>
            <a:off x="2016383" y="3230777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DE5D20C-EFE6-1CC3-E199-DEE38B5BB7A7}"/>
              </a:ext>
            </a:extLst>
          </p:cNvPr>
          <p:cNvSpPr/>
          <p:nvPr/>
        </p:nvSpPr>
        <p:spPr>
          <a:xfrm>
            <a:off x="2016383" y="3383177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2A6BEA6-5BE6-73DE-3EC7-011AC6EFECFD}"/>
              </a:ext>
            </a:extLst>
          </p:cNvPr>
          <p:cNvSpPr/>
          <p:nvPr/>
        </p:nvSpPr>
        <p:spPr>
          <a:xfrm>
            <a:off x="2016383" y="3535577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20A4B9F-0426-E7F9-9482-4B1088B8273F}"/>
              </a:ext>
            </a:extLst>
          </p:cNvPr>
          <p:cNvSpPr/>
          <p:nvPr/>
        </p:nvSpPr>
        <p:spPr>
          <a:xfrm>
            <a:off x="2838220" y="3380768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6EC7A59-682D-779C-55E5-543CD776F767}"/>
              </a:ext>
            </a:extLst>
          </p:cNvPr>
          <p:cNvSpPr/>
          <p:nvPr/>
        </p:nvSpPr>
        <p:spPr>
          <a:xfrm>
            <a:off x="2838220" y="3533168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FA61B5C-5DDD-045D-9078-9665E86EBB76}"/>
              </a:ext>
            </a:extLst>
          </p:cNvPr>
          <p:cNvSpPr/>
          <p:nvPr/>
        </p:nvSpPr>
        <p:spPr>
          <a:xfrm>
            <a:off x="2838220" y="3685568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8C4B2FE-DE71-1B75-C9A3-0C2D96E50B46}"/>
              </a:ext>
            </a:extLst>
          </p:cNvPr>
          <p:cNvSpPr/>
          <p:nvPr/>
        </p:nvSpPr>
        <p:spPr>
          <a:xfrm>
            <a:off x="2711552" y="149011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8887219-7C2A-6B75-0CFA-D28E3AAA5B47}"/>
              </a:ext>
            </a:extLst>
          </p:cNvPr>
          <p:cNvCxnSpPr>
            <a:cxnSpLocks/>
            <a:stCxn id="3" idx="6"/>
            <a:endCxn id="45" idx="2"/>
          </p:cNvCxnSpPr>
          <p:nvPr/>
        </p:nvCxnSpPr>
        <p:spPr>
          <a:xfrm flipV="1">
            <a:off x="2189569" y="1628660"/>
            <a:ext cx="521983" cy="42207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8D45AB7-40C4-F8FC-F292-D5C567356E2D}"/>
              </a:ext>
            </a:extLst>
          </p:cNvPr>
          <p:cNvCxnSpPr>
            <a:cxnSpLocks/>
            <a:stCxn id="4" idx="6"/>
            <a:endCxn id="45" idx="2"/>
          </p:cNvCxnSpPr>
          <p:nvPr/>
        </p:nvCxnSpPr>
        <p:spPr>
          <a:xfrm flipV="1">
            <a:off x="2189569" y="1628660"/>
            <a:ext cx="521983" cy="112238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4E674B0-F774-A9A4-2C6D-A85B0451F9C8}"/>
              </a:ext>
            </a:extLst>
          </p:cNvPr>
          <p:cNvCxnSpPr>
            <a:cxnSpLocks/>
            <a:stCxn id="6" idx="6"/>
            <a:endCxn id="45" idx="2"/>
          </p:cNvCxnSpPr>
          <p:nvPr/>
        </p:nvCxnSpPr>
        <p:spPr>
          <a:xfrm flipV="1">
            <a:off x="2189569" y="1628660"/>
            <a:ext cx="521983" cy="241860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37F5A82D-26B9-C7EF-FD71-85382397C215}"/>
              </a:ext>
            </a:extLst>
          </p:cNvPr>
          <p:cNvSpPr/>
          <p:nvPr/>
        </p:nvSpPr>
        <p:spPr>
          <a:xfrm>
            <a:off x="3260764" y="2755500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0B18B21-5F58-6B63-76C2-923D11DFB053}"/>
              </a:ext>
            </a:extLst>
          </p:cNvPr>
          <p:cNvSpPr/>
          <p:nvPr/>
        </p:nvSpPr>
        <p:spPr>
          <a:xfrm>
            <a:off x="3411683" y="2755500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512AFCE-529F-FE40-AD59-8D46239ED3EE}"/>
              </a:ext>
            </a:extLst>
          </p:cNvPr>
          <p:cNvSpPr/>
          <p:nvPr/>
        </p:nvSpPr>
        <p:spPr>
          <a:xfrm>
            <a:off x="3562605" y="2755500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00F42BD-BEFB-FF39-68C3-35DB05E8BA63}"/>
              </a:ext>
            </a:extLst>
          </p:cNvPr>
          <p:cNvSpPr/>
          <p:nvPr/>
        </p:nvSpPr>
        <p:spPr>
          <a:xfrm>
            <a:off x="3860883" y="227735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0543729-991C-EFED-768D-DD9107580B6F}"/>
              </a:ext>
            </a:extLst>
          </p:cNvPr>
          <p:cNvSpPr/>
          <p:nvPr/>
        </p:nvSpPr>
        <p:spPr>
          <a:xfrm>
            <a:off x="3860883" y="2908397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A7F3ED5-73A0-DC4D-8FDA-8E9DAA0582EA}"/>
              </a:ext>
            </a:extLst>
          </p:cNvPr>
          <p:cNvSpPr/>
          <p:nvPr/>
        </p:nvSpPr>
        <p:spPr>
          <a:xfrm>
            <a:off x="3860883" y="442134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622FB46-A32A-FA80-259A-FE68760F0614}"/>
              </a:ext>
            </a:extLst>
          </p:cNvPr>
          <p:cNvSpPr/>
          <p:nvPr/>
        </p:nvSpPr>
        <p:spPr>
          <a:xfrm>
            <a:off x="3987551" y="3366912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212816B-E236-0BC1-DCF7-446858E7ABD8}"/>
              </a:ext>
            </a:extLst>
          </p:cNvPr>
          <p:cNvSpPr/>
          <p:nvPr/>
        </p:nvSpPr>
        <p:spPr>
          <a:xfrm>
            <a:off x="3987551" y="3519312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2FB259A-9D59-1308-1A2D-65C15B6CB1D5}"/>
              </a:ext>
            </a:extLst>
          </p:cNvPr>
          <p:cNvSpPr/>
          <p:nvPr/>
        </p:nvSpPr>
        <p:spPr>
          <a:xfrm>
            <a:off x="3987551" y="3671712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FEA33B2-6AA4-4305-ADB2-F7A004982036}"/>
              </a:ext>
            </a:extLst>
          </p:cNvPr>
          <p:cNvSpPr/>
          <p:nvPr/>
        </p:nvSpPr>
        <p:spPr>
          <a:xfrm>
            <a:off x="3860883" y="147625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F7CD394-4864-4CAA-FEFE-CA5DFB8C8147}"/>
              </a:ext>
            </a:extLst>
          </p:cNvPr>
          <p:cNvSpPr/>
          <p:nvPr/>
        </p:nvSpPr>
        <p:spPr>
          <a:xfrm>
            <a:off x="4507501" y="192836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3C2C9943-8E77-86F2-57A1-DB123B45C8D4}"/>
              </a:ext>
            </a:extLst>
          </p:cNvPr>
          <p:cNvSpPr/>
          <p:nvPr/>
        </p:nvSpPr>
        <p:spPr>
          <a:xfrm>
            <a:off x="4507501" y="2628680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3541AFFC-7E20-7D88-4531-C8523F6BAFF9}"/>
              </a:ext>
            </a:extLst>
          </p:cNvPr>
          <p:cNvSpPr/>
          <p:nvPr/>
        </p:nvSpPr>
        <p:spPr>
          <a:xfrm>
            <a:off x="4507501" y="392489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" name="Oval 452">
            <a:extLst>
              <a:ext uri="{FF2B5EF4-FFF2-40B4-BE49-F238E27FC236}">
                <a16:creationId xmlns:a16="http://schemas.microsoft.com/office/drawing/2014/main" id="{112B91D1-E409-54CF-FB70-672453662705}"/>
              </a:ext>
            </a:extLst>
          </p:cNvPr>
          <p:cNvSpPr/>
          <p:nvPr/>
        </p:nvSpPr>
        <p:spPr>
          <a:xfrm>
            <a:off x="4611406" y="3260207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Oval 454">
            <a:extLst>
              <a:ext uri="{FF2B5EF4-FFF2-40B4-BE49-F238E27FC236}">
                <a16:creationId xmlns:a16="http://schemas.microsoft.com/office/drawing/2014/main" id="{A839C6A9-E6F3-F4AE-D93F-5D99D80FE039}"/>
              </a:ext>
            </a:extLst>
          </p:cNvPr>
          <p:cNvSpPr/>
          <p:nvPr/>
        </p:nvSpPr>
        <p:spPr>
          <a:xfrm>
            <a:off x="4611406" y="3412607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B6051A07-DB5E-B702-4607-742ACFFB5796}"/>
              </a:ext>
            </a:extLst>
          </p:cNvPr>
          <p:cNvSpPr/>
          <p:nvPr/>
        </p:nvSpPr>
        <p:spPr>
          <a:xfrm>
            <a:off x="4611406" y="3565007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7" name="Straight Arrow Connector 456">
            <a:extLst>
              <a:ext uri="{FF2B5EF4-FFF2-40B4-BE49-F238E27FC236}">
                <a16:creationId xmlns:a16="http://schemas.microsoft.com/office/drawing/2014/main" id="{F59E44F5-13F0-24FD-C208-D8ED296E2DAE}"/>
              </a:ext>
            </a:extLst>
          </p:cNvPr>
          <p:cNvCxnSpPr>
            <a:cxnSpLocks/>
            <a:stCxn id="63" idx="2"/>
            <a:endCxn id="62" idx="6"/>
          </p:cNvCxnSpPr>
          <p:nvPr/>
        </p:nvCxnSpPr>
        <p:spPr>
          <a:xfrm flipH="1" flipV="1">
            <a:off x="4137974" y="1614804"/>
            <a:ext cx="369527" cy="45210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3941ED96-756E-691A-3663-6C23BC4F27D9}"/>
              </a:ext>
            </a:extLst>
          </p:cNvPr>
          <p:cNvCxnSpPr>
            <a:cxnSpLocks/>
            <a:stCxn id="449" idx="2"/>
            <a:endCxn id="62" idx="6"/>
          </p:cNvCxnSpPr>
          <p:nvPr/>
        </p:nvCxnSpPr>
        <p:spPr>
          <a:xfrm flipH="1" flipV="1">
            <a:off x="4137974" y="1614804"/>
            <a:ext cx="369527" cy="115242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Arrow Connector 459">
            <a:extLst>
              <a:ext uri="{FF2B5EF4-FFF2-40B4-BE49-F238E27FC236}">
                <a16:creationId xmlns:a16="http://schemas.microsoft.com/office/drawing/2014/main" id="{087DE97E-C332-A9F5-F3F2-F37D82867BC2}"/>
              </a:ext>
            </a:extLst>
          </p:cNvPr>
          <p:cNvCxnSpPr>
            <a:cxnSpLocks/>
            <a:stCxn id="450" idx="2"/>
            <a:endCxn id="62" idx="6"/>
          </p:cNvCxnSpPr>
          <p:nvPr/>
        </p:nvCxnSpPr>
        <p:spPr>
          <a:xfrm flipH="1" flipV="1">
            <a:off x="4137974" y="1614804"/>
            <a:ext cx="369527" cy="244864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Arrow Connector 460">
            <a:extLst>
              <a:ext uri="{FF2B5EF4-FFF2-40B4-BE49-F238E27FC236}">
                <a16:creationId xmlns:a16="http://schemas.microsoft.com/office/drawing/2014/main" id="{647F2BF7-7ED6-3F83-849F-232AF598BD02}"/>
              </a:ext>
            </a:extLst>
          </p:cNvPr>
          <p:cNvCxnSpPr>
            <a:cxnSpLocks/>
            <a:stCxn id="450" idx="2"/>
            <a:endCxn id="56" idx="6"/>
          </p:cNvCxnSpPr>
          <p:nvPr/>
        </p:nvCxnSpPr>
        <p:spPr>
          <a:xfrm flipH="1" flipV="1">
            <a:off x="4137974" y="2415902"/>
            <a:ext cx="369527" cy="164754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Arrow Connector 461">
            <a:extLst>
              <a:ext uri="{FF2B5EF4-FFF2-40B4-BE49-F238E27FC236}">
                <a16:creationId xmlns:a16="http://schemas.microsoft.com/office/drawing/2014/main" id="{BE82CCB8-2B42-D6B4-79D6-D416A4EB9DD7}"/>
              </a:ext>
            </a:extLst>
          </p:cNvPr>
          <p:cNvCxnSpPr>
            <a:cxnSpLocks/>
            <a:stCxn id="63" idx="2"/>
            <a:endCxn id="56" idx="6"/>
          </p:cNvCxnSpPr>
          <p:nvPr/>
        </p:nvCxnSpPr>
        <p:spPr>
          <a:xfrm flipH="1">
            <a:off x="4137974" y="2066912"/>
            <a:ext cx="369527" cy="34899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Arrow Connector 462">
            <a:extLst>
              <a:ext uri="{FF2B5EF4-FFF2-40B4-BE49-F238E27FC236}">
                <a16:creationId xmlns:a16="http://schemas.microsoft.com/office/drawing/2014/main" id="{D34B5EA7-A264-7F46-6672-189A4DF6BC0D}"/>
              </a:ext>
            </a:extLst>
          </p:cNvPr>
          <p:cNvCxnSpPr>
            <a:cxnSpLocks/>
            <a:stCxn id="449" idx="2"/>
            <a:endCxn id="56" idx="6"/>
          </p:cNvCxnSpPr>
          <p:nvPr/>
        </p:nvCxnSpPr>
        <p:spPr>
          <a:xfrm flipH="1" flipV="1">
            <a:off x="4137974" y="2415902"/>
            <a:ext cx="369527" cy="35132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Arrow Connector 463">
            <a:extLst>
              <a:ext uri="{FF2B5EF4-FFF2-40B4-BE49-F238E27FC236}">
                <a16:creationId xmlns:a16="http://schemas.microsoft.com/office/drawing/2014/main" id="{1FBE82CA-A64B-8825-8BF6-3ECE86ED7CA1}"/>
              </a:ext>
            </a:extLst>
          </p:cNvPr>
          <p:cNvCxnSpPr>
            <a:cxnSpLocks/>
            <a:stCxn id="449" idx="2"/>
            <a:endCxn id="57" idx="6"/>
          </p:cNvCxnSpPr>
          <p:nvPr/>
        </p:nvCxnSpPr>
        <p:spPr>
          <a:xfrm flipH="1">
            <a:off x="4137974" y="2767226"/>
            <a:ext cx="369527" cy="27971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9CF3CB31-2024-3167-5C0E-5148BAF4876D}"/>
              </a:ext>
            </a:extLst>
          </p:cNvPr>
          <p:cNvCxnSpPr>
            <a:cxnSpLocks/>
            <a:stCxn id="450" idx="2"/>
            <a:endCxn id="57" idx="6"/>
          </p:cNvCxnSpPr>
          <p:nvPr/>
        </p:nvCxnSpPr>
        <p:spPr>
          <a:xfrm flipH="1" flipV="1">
            <a:off x="4137974" y="3046943"/>
            <a:ext cx="369527" cy="1016501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465">
            <a:extLst>
              <a:ext uri="{FF2B5EF4-FFF2-40B4-BE49-F238E27FC236}">
                <a16:creationId xmlns:a16="http://schemas.microsoft.com/office/drawing/2014/main" id="{86250DB2-0D34-E9CC-3053-79B2D486AE9C}"/>
              </a:ext>
            </a:extLst>
          </p:cNvPr>
          <p:cNvCxnSpPr>
            <a:cxnSpLocks/>
            <a:stCxn id="450" idx="2"/>
            <a:endCxn id="58" idx="6"/>
          </p:cNvCxnSpPr>
          <p:nvPr/>
        </p:nvCxnSpPr>
        <p:spPr>
          <a:xfrm flipH="1">
            <a:off x="4137974" y="4063444"/>
            <a:ext cx="369527" cy="49644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466">
            <a:extLst>
              <a:ext uri="{FF2B5EF4-FFF2-40B4-BE49-F238E27FC236}">
                <a16:creationId xmlns:a16="http://schemas.microsoft.com/office/drawing/2014/main" id="{12BC377F-A2E3-9BC1-AF78-FC0509D0E002}"/>
              </a:ext>
            </a:extLst>
          </p:cNvPr>
          <p:cNvCxnSpPr>
            <a:cxnSpLocks/>
            <a:stCxn id="449" idx="2"/>
            <a:endCxn id="58" idx="6"/>
          </p:cNvCxnSpPr>
          <p:nvPr/>
        </p:nvCxnSpPr>
        <p:spPr>
          <a:xfrm flipH="1">
            <a:off x="4137974" y="2767226"/>
            <a:ext cx="369527" cy="179266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DFA1D1E7-2573-957C-4A2D-82490CAFD2B9}"/>
              </a:ext>
            </a:extLst>
          </p:cNvPr>
          <p:cNvCxnSpPr>
            <a:cxnSpLocks/>
            <a:stCxn id="63" idx="2"/>
            <a:endCxn id="58" idx="6"/>
          </p:cNvCxnSpPr>
          <p:nvPr/>
        </p:nvCxnSpPr>
        <p:spPr>
          <a:xfrm flipH="1">
            <a:off x="4137974" y="2066912"/>
            <a:ext cx="369527" cy="249297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47A1D2A1-A700-C7FF-75AF-CAD6AB501CCA}"/>
              </a:ext>
            </a:extLst>
          </p:cNvPr>
          <p:cNvCxnSpPr>
            <a:cxnSpLocks/>
            <a:stCxn id="45" idx="6"/>
          </p:cNvCxnSpPr>
          <p:nvPr/>
        </p:nvCxnSpPr>
        <p:spPr>
          <a:xfrm flipV="1">
            <a:off x="2988643" y="1628659"/>
            <a:ext cx="197089" cy="1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469">
            <a:extLst>
              <a:ext uri="{FF2B5EF4-FFF2-40B4-BE49-F238E27FC236}">
                <a16:creationId xmlns:a16="http://schemas.microsoft.com/office/drawing/2014/main" id="{0E27426C-C962-EB5D-A5A7-5F1E2B121BAF}"/>
              </a:ext>
            </a:extLst>
          </p:cNvPr>
          <p:cNvCxnSpPr>
            <a:cxnSpLocks/>
          </p:cNvCxnSpPr>
          <p:nvPr/>
        </p:nvCxnSpPr>
        <p:spPr>
          <a:xfrm flipV="1">
            <a:off x="2988643" y="2429757"/>
            <a:ext cx="197089" cy="1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D808D37F-C822-5328-B7B0-461BEE828999}"/>
              </a:ext>
            </a:extLst>
          </p:cNvPr>
          <p:cNvCxnSpPr>
            <a:cxnSpLocks/>
          </p:cNvCxnSpPr>
          <p:nvPr/>
        </p:nvCxnSpPr>
        <p:spPr>
          <a:xfrm flipV="1">
            <a:off x="2988888" y="3060798"/>
            <a:ext cx="197089" cy="1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Arrow Connector 472">
            <a:extLst>
              <a:ext uri="{FF2B5EF4-FFF2-40B4-BE49-F238E27FC236}">
                <a16:creationId xmlns:a16="http://schemas.microsoft.com/office/drawing/2014/main" id="{2A8B4D13-653E-6653-82C6-2835111F0ADD}"/>
              </a:ext>
            </a:extLst>
          </p:cNvPr>
          <p:cNvCxnSpPr>
            <a:cxnSpLocks/>
          </p:cNvCxnSpPr>
          <p:nvPr/>
        </p:nvCxnSpPr>
        <p:spPr>
          <a:xfrm flipV="1">
            <a:off x="2988642" y="4587841"/>
            <a:ext cx="197089" cy="1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80F7D9A9-5B0B-1A65-DD4F-C9FEC029B8D8}"/>
              </a:ext>
            </a:extLst>
          </p:cNvPr>
          <p:cNvCxnSpPr>
            <a:cxnSpLocks/>
          </p:cNvCxnSpPr>
          <p:nvPr/>
        </p:nvCxnSpPr>
        <p:spPr>
          <a:xfrm flipV="1">
            <a:off x="3671129" y="4594468"/>
            <a:ext cx="197089" cy="1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5E614CE8-9517-BC36-ED8D-7FDC5E561274}"/>
              </a:ext>
            </a:extLst>
          </p:cNvPr>
          <p:cNvCxnSpPr>
            <a:cxnSpLocks/>
          </p:cNvCxnSpPr>
          <p:nvPr/>
        </p:nvCxnSpPr>
        <p:spPr>
          <a:xfrm flipV="1">
            <a:off x="3663793" y="3078453"/>
            <a:ext cx="197089" cy="1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B276D7BF-5603-3499-6F3C-30DC4AC02231}"/>
              </a:ext>
            </a:extLst>
          </p:cNvPr>
          <p:cNvCxnSpPr>
            <a:cxnSpLocks/>
          </p:cNvCxnSpPr>
          <p:nvPr/>
        </p:nvCxnSpPr>
        <p:spPr>
          <a:xfrm flipV="1">
            <a:off x="3675796" y="2422906"/>
            <a:ext cx="197089" cy="1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AEE68B2B-1825-9327-1B4A-BEBEEDBEDA55}"/>
              </a:ext>
            </a:extLst>
          </p:cNvPr>
          <p:cNvCxnSpPr>
            <a:cxnSpLocks/>
          </p:cNvCxnSpPr>
          <p:nvPr/>
        </p:nvCxnSpPr>
        <p:spPr>
          <a:xfrm flipV="1">
            <a:off x="3663793" y="1609586"/>
            <a:ext cx="197089" cy="1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DC610B74-D4CB-605C-6C64-36E31B282949}"/>
              </a:ext>
            </a:extLst>
          </p:cNvPr>
          <p:cNvCxnSpPr>
            <a:cxnSpLocks/>
          </p:cNvCxnSpPr>
          <p:nvPr/>
        </p:nvCxnSpPr>
        <p:spPr>
          <a:xfrm>
            <a:off x="2982835" y="1649137"/>
            <a:ext cx="201625" cy="2016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Arrow Connector 478">
            <a:extLst>
              <a:ext uri="{FF2B5EF4-FFF2-40B4-BE49-F238E27FC236}">
                <a16:creationId xmlns:a16="http://schemas.microsoft.com/office/drawing/2014/main" id="{6B1BCC08-70D4-28B7-E599-C6E1F1379282}"/>
              </a:ext>
            </a:extLst>
          </p:cNvPr>
          <p:cNvCxnSpPr>
            <a:cxnSpLocks/>
          </p:cNvCxnSpPr>
          <p:nvPr/>
        </p:nvCxnSpPr>
        <p:spPr>
          <a:xfrm>
            <a:off x="2976657" y="2410902"/>
            <a:ext cx="201625" cy="2016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479">
            <a:extLst>
              <a:ext uri="{FF2B5EF4-FFF2-40B4-BE49-F238E27FC236}">
                <a16:creationId xmlns:a16="http://schemas.microsoft.com/office/drawing/2014/main" id="{1438C46F-7A0A-E6A2-71B3-D236A078D310}"/>
              </a:ext>
            </a:extLst>
          </p:cNvPr>
          <p:cNvCxnSpPr>
            <a:cxnSpLocks/>
          </p:cNvCxnSpPr>
          <p:nvPr/>
        </p:nvCxnSpPr>
        <p:spPr>
          <a:xfrm>
            <a:off x="2982782" y="3067310"/>
            <a:ext cx="201625" cy="2016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Arrow Connector 480">
            <a:extLst>
              <a:ext uri="{FF2B5EF4-FFF2-40B4-BE49-F238E27FC236}">
                <a16:creationId xmlns:a16="http://schemas.microsoft.com/office/drawing/2014/main" id="{BBE29013-0255-DFE2-3274-CE11AFEB7B51}"/>
              </a:ext>
            </a:extLst>
          </p:cNvPr>
          <p:cNvCxnSpPr>
            <a:cxnSpLocks/>
          </p:cNvCxnSpPr>
          <p:nvPr/>
        </p:nvCxnSpPr>
        <p:spPr>
          <a:xfrm>
            <a:off x="3647933" y="2859198"/>
            <a:ext cx="201625" cy="2016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Straight Arrow Connector 481">
            <a:extLst>
              <a:ext uri="{FF2B5EF4-FFF2-40B4-BE49-F238E27FC236}">
                <a16:creationId xmlns:a16="http://schemas.microsoft.com/office/drawing/2014/main" id="{8A2398A1-DA13-18AB-B828-CA1A6B8BFD22}"/>
              </a:ext>
            </a:extLst>
          </p:cNvPr>
          <p:cNvCxnSpPr>
            <a:cxnSpLocks/>
          </p:cNvCxnSpPr>
          <p:nvPr/>
        </p:nvCxnSpPr>
        <p:spPr>
          <a:xfrm>
            <a:off x="3665358" y="2241409"/>
            <a:ext cx="201625" cy="2016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Arrow Connector 482">
            <a:extLst>
              <a:ext uri="{FF2B5EF4-FFF2-40B4-BE49-F238E27FC236}">
                <a16:creationId xmlns:a16="http://schemas.microsoft.com/office/drawing/2014/main" id="{BBAFB5A7-DB76-077F-31B5-C159B58E7ED5}"/>
              </a:ext>
            </a:extLst>
          </p:cNvPr>
          <p:cNvCxnSpPr>
            <a:cxnSpLocks/>
          </p:cNvCxnSpPr>
          <p:nvPr/>
        </p:nvCxnSpPr>
        <p:spPr>
          <a:xfrm>
            <a:off x="3661185" y="4385223"/>
            <a:ext cx="201625" cy="2016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Arrow Connector 483">
            <a:extLst>
              <a:ext uri="{FF2B5EF4-FFF2-40B4-BE49-F238E27FC236}">
                <a16:creationId xmlns:a16="http://schemas.microsoft.com/office/drawing/2014/main" id="{53FC6D51-D1C6-0AC3-D142-A8E41EA6FD4A}"/>
              </a:ext>
            </a:extLst>
          </p:cNvPr>
          <p:cNvCxnSpPr>
            <a:cxnSpLocks/>
          </p:cNvCxnSpPr>
          <p:nvPr/>
        </p:nvCxnSpPr>
        <p:spPr>
          <a:xfrm flipV="1">
            <a:off x="2989577" y="2225693"/>
            <a:ext cx="201600" cy="2016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Arrow Connector 484">
            <a:extLst>
              <a:ext uri="{FF2B5EF4-FFF2-40B4-BE49-F238E27FC236}">
                <a16:creationId xmlns:a16="http://schemas.microsoft.com/office/drawing/2014/main" id="{7D2B7A84-3416-90D6-8ABC-49620AB515E9}"/>
              </a:ext>
            </a:extLst>
          </p:cNvPr>
          <p:cNvCxnSpPr>
            <a:cxnSpLocks/>
          </p:cNvCxnSpPr>
          <p:nvPr/>
        </p:nvCxnSpPr>
        <p:spPr>
          <a:xfrm flipV="1">
            <a:off x="2997556" y="2855313"/>
            <a:ext cx="201600" cy="2016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Arrow Connector 485">
            <a:extLst>
              <a:ext uri="{FF2B5EF4-FFF2-40B4-BE49-F238E27FC236}">
                <a16:creationId xmlns:a16="http://schemas.microsoft.com/office/drawing/2014/main" id="{D5480EA1-4299-9D63-A808-919A619F492C}"/>
              </a:ext>
            </a:extLst>
          </p:cNvPr>
          <p:cNvCxnSpPr>
            <a:cxnSpLocks/>
          </p:cNvCxnSpPr>
          <p:nvPr/>
        </p:nvCxnSpPr>
        <p:spPr>
          <a:xfrm flipV="1">
            <a:off x="2989934" y="4385397"/>
            <a:ext cx="201600" cy="2016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Arrow Connector 487">
            <a:extLst>
              <a:ext uri="{FF2B5EF4-FFF2-40B4-BE49-F238E27FC236}">
                <a16:creationId xmlns:a16="http://schemas.microsoft.com/office/drawing/2014/main" id="{70C8604C-CA92-F155-1D4C-E7028919D428}"/>
              </a:ext>
            </a:extLst>
          </p:cNvPr>
          <p:cNvCxnSpPr>
            <a:cxnSpLocks/>
          </p:cNvCxnSpPr>
          <p:nvPr/>
        </p:nvCxnSpPr>
        <p:spPr>
          <a:xfrm flipV="1">
            <a:off x="3657962" y="3078155"/>
            <a:ext cx="201600" cy="2016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Arrow Connector 488">
            <a:extLst>
              <a:ext uri="{FF2B5EF4-FFF2-40B4-BE49-F238E27FC236}">
                <a16:creationId xmlns:a16="http://schemas.microsoft.com/office/drawing/2014/main" id="{1938680E-BBFF-19CB-45CF-9C82496727A3}"/>
              </a:ext>
            </a:extLst>
          </p:cNvPr>
          <p:cNvCxnSpPr>
            <a:cxnSpLocks/>
          </p:cNvCxnSpPr>
          <p:nvPr/>
        </p:nvCxnSpPr>
        <p:spPr>
          <a:xfrm flipV="1">
            <a:off x="3665870" y="2396875"/>
            <a:ext cx="201600" cy="2016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E272507F-2064-B3B7-F23F-3DDBC83E2E9A}"/>
              </a:ext>
            </a:extLst>
          </p:cNvPr>
          <p:cNvCxnSpPr>
            <a:cxnSpLocks/>
          </p:cNvCxnSpPr>
          <p:nvPr/>
        </p:nvCxnSpPr>
        <p:spPr>
          <a:xfrm flipV="1">
            <a:off x="3673540" y="1596501"/>
            <a:ext cx="201600" cy="2016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Arrow Connector 490">
            <a:extLst>
              <a:ext uri="{FF2B5EF4-FFF2-40B4-BE49-F238E27FC236}">
                <a16:creationId xmlns:a16="http://schemas.microsoft.com/office/drawing/2014/main" id="{55E0955F-8200-3739-7134-37E34CA0D1F5}"/>
              </a:ext>
            </a:extLst>
          </p:cNvPr>
          <p:cNvCxnSpPr>
            <a:cxnSpLocks/>
          </p:cNvCxnSpPr>
          <p:nvPr/>
        </p:nvCxnSpPr>
        <p:spPr>
          <a:xfrm>
            <a:off x="1330442" y="2050734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Left Brace 491">
            <a:extLst>
              <a:ext uri="{FF2B5EF4-FFF2-40B4-BE49-F238E27FC236}">
                <a16:creationId xmlns:a16="http://schemas.microsoft.com/office/drawing/2014/main" id="{03DF0ADD-93CA-C4EE-5147-BC7081B17E3E}"/>
              </a:ext>
            </a:extLst>
          </p:cNvPr>
          <p:cNvSpPr/>
          <p:nvPr/>
        </p:nvSpPr>
        <p:spPr>
          <a:xfrm>
            <a:off x="1004743" y="1943981"/>
            <a:ext cx="277091" cy="224182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0D192A26-AF5C-6482-8370-61BF28E1F36A}"/>
              </a:ext>
            </a:extLst>
          </p:cNvPr>
          <p:cNvCxnSpPr>
            <a:cxnSpLocks/>
          </p:cNvCxnSpPr>
          <p:nvPr/>
        </p:nvCxnSpPr>
        <p:spPr>
          <a:xfrm>
            <a:off x="1330442" y="2745870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Arrow Connector 493">
            <a:extLst>
              <a:ext uri="{FF2B5EF4-FFF2-40B4-BE49-F238E27FC236}">
                <a16:creationId xmlns:a16="http://schemas.microsoft.com/office/drawing/2014/main" id="{478D75E5-2C61-2DB5-1AD7-7120498B74A9}"/>
              </a:ext>
            </a:extLst>
          </p:cNvPr>
          <p:cNvCxnSpPr>
            <a:cxnSpLocks/>
          </p:cNvCxnSpPr>
          <p:nvPr/>
        </p:nvCxnSpPr>
        <p:spPr>
          <a:xfrm>
            <a:off x="1330442" y="3420165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Arrow Connector 494">
            <a:extLst>
              <a:ext uri="{FF2B5EF4-FFF2-40B4-BE49-F238E27FC236}">
                <a16:creationId xmlns:a16="http://schemas.microsoft.com/office/drawing/2014/main" id="{C088CED8-ECE8-711E-6DF4-4AE52433317C}"/>
              </a:ext>
            </a:extLst>
          </p:cNvPr>
          <p:cNvCxnSpPr>
            <a:cxnSpLocks/>
          </p:cNvCxnSpPr>
          <p:nvPr/>
        </p:nvCxnSpPr>
        <p:spPr>
          <a:xfrm>
            <a:off x="1330442" y="4063444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6" name="TextBox 495">
            <a:extLst>
              <a:ext uri="{FF2B5EF4-FFF2-40B4-BE49-F238E27FC236}">
                <a16:creationId xmlns:a16="http://schemas.microsoft.com/office/drawing/2014/main" id="{E573EC5A-4F94-7D74-EF23-AF09D99519D1}"/>
              </a:ext>
            </a:extLst>
          </p:cNvPr>
          <p:cNvSpPr txBox="1"/>
          <p:nvPr/>
        </p:nvSpPr>
        <p:spPr>
          <a:xfrm rot="16200000">
            <a:off x="35579" y="2735426"/>
            <a:ext cx="1135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Input</a:t>
            </a:r>
          </a:p>
        </p:txBody>
      </p:sp>
      <p:cxnSp>
        <p:nvCxnSpPr>
          <p:cNvPr id="497" name="Straight Arrow Connector 496">
            <a:extLst>
              <a:ext uri="{FF2B5EF4-FFF2-40B4-BE49-F238E27FC236}">
                <a16:creationId xmlns:a16="http://schemas.microsoft.com/office/drawing/2014/main" id="{B9D3B9E5-6054-746E-BC43-C6DB3D23F4F4}"/>
              </a:ext>
            </a:extLst>
          </p:cNvPr>
          <p:cNvCxnSpPr>
            <a:cxnSpLocks/>
          </p:cNvCxnSpPr>
          <p:nvPr/>
        </p:nvCxnSpPr>
        <p:spPr>
          <a:xfrm>
            <a:off x="4848910" y="2050734"/>
            <a:ext cx="46153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8" name="Left Brace 497">
            <a:extLst>
              <a:ext uri="{FF2B5EF4-FFF2-40B4-BE49-F238E27FC236}">
                <a16:creationId xmlns:a16="http://schemas.microsoft.com/office/drawing/2014/main" id="{0729F0DD-FEDD-7A03-7FE0-1F9705F317C8}"/>
              </a:ext>
            </a:extLst>
          </p:cNvPr>
          <p:cNvSpPr/>
          <p:nvPr/>
        </p:nvSpPr>
        <p:spPr>
          <a:xfrm rot="10800000">
            <a:off x="5331919" y="1951881"/>
            <a:ext cx="277091" cy="224182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9" name="Straight Arrow Connector 498">
            <a:extLst>
              <a:ext uri="{FF2B5EF4-FFF2-40B4-BE49-F238E27FC236}">
                <a16:creationId xmlns:a16="http://schemas.microsoft.com/office/drawing/2014/main" id="{9B36C24A-1F90-BF10-9DA3-7E0888420623}"/>
              </a:ext>
            </a:extLst>
          </p:cNvPr>
          <p:cNvCxnSpPr>
            <a:cxnSpLocks/>
          </p:cNvCxnSpPr>
          <p:nvPr/>
        </p:nvCxnSpPr>
        <p:spPr>
          <a:xfrm>
            <a:off x="4848910" y="2745870"/>
            <a:ext cx="46153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Arrow Connector 499">
            <a:extLst>
              <a:ext uri="{FF2B5EF4-FFF2-40B4-BE49-F238E27FC236}">
                <a16:creationId xmlns:a16="http://schemas.microsoft.com/office/drawing/2014/main" id="{66A85DA9-7E39-5C4A-10B4-AF584B9B7470}"/>
              </a:ext>
            </a:extLst>
          </p:cNvPr>
          <p:cNvCxnSpPr>
            <a:cxnSpLocks/>
          </p:cNvCxnSpPr>
          <p:nvPr/>
        </p:nvCxnSpPr>
        <p:spPr>
          <a:xfrm>
            <a:off x="4848910" y="3433417"/>
            <a:ext cx="46153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>
            <a:extLst>
              <a:ext uri="{FF2B5EF4-FFF2-40B4-BE49-F238E27FC236}">
                <a16:creationId xmlns:a16="http://schemas.microsoft.com/office/drawing/2014/main" id="{0626723D-7089-B069-A488-C98272702BC5}"/>
              </a:ext>
            </a:extLst>
          </p:cNvPr>
          <p:cNvCxnSpPr>
            <a:cxnSpLocks/>
          </p:cNvCxnSpPr>
          <p:nvPr/>
        </p:nvCxnSpPr>
        <p:spPr>
          <a:xfrm>
            <a:off x="4848910" y="4063444"/>
            <a:ext cx="461538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2" name="TextBox 501">
            <a:extLst>
              <a:ext uri="{FF2B5EF4-FFF2-40B4-BE49-F238E27FC236}">
                <a16:creationId xmlns:a16="http://schemas.microsoft.com/office/drawing/2014/main" id="{35D42FD8-E23B-5912-D166-C1554E9EEA71}"/>
              </a:ext>
            </a:extLst>
          </p:cNvPr>
          <p:cNvSpPr txBox="1"/>
          <p:nvPr/>
        </p:nvSpPr>
        <p:spPr>
          <a:xfrm rot="16200000">
            <a:off x="5256776" y="2817283"/>
            <a:ext cx="1135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</a:t>
            </a:r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408B81C1-7FF0-6F40-8DBC-FD8D631E6BDA}"/>
              </a:ext>
            </a:extLst>
          </p:cNvPr>
          <p:cNvSpPr txBox="1"/>
          <p:nvPr/>
        </p:nvSpPr>
        <p:spPr>
          <a:xfrm>
            <a:off x="908040" y="1315712"/>
            <a:ext cx="1513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Model A</a:t>
            </a:r>
          </a:p>
        </p:txBody>
      </p:sp>
      <p:sp>
        <p:nvSpPr>
          <p:cNvPr id="504" name="Oval 503">
            <a:extLst>
              <a:ext uri="{FF2B5EF4-FFF2-40B4-BE49-F238E27FC236}">
                <a16:creationId xmlns:a16="http://schemas.microsoft.com/office/drawing/2014/main" id="{E2B48516-9498-9368-F8A7-C0F13F5ADFEE}"/>
              </a:ext>
            </a:extLst>
          </p:cNvPr>
          <p:cNvSpPr/>
          <p:nvPr/>
        </p:nvSpPr>
        <p:spPr>
          <a:xfrm>
            <a:off x="1963278" y="551898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Oval 504">
            <a:extLst>
              <a:ext uri="{FF2B5EF4-FFF2-40B4-BE49-F238E27FC236}">
                <a16:creationId xmlns:a16="http://schemas.microsoft.com/office/drawing/2014/main" id="{66535453-E99E-3691-E561-8085C1CC9FBD}"/>
              </a:ext>
            </a:extLst>
          </p:cNvPr>
          <p:cNvSpPr/>
          <p:nvPr/>
        </p:nvSpPr>
        <p:spPr>
          <a:xfrm>
            <a:off x="1963278" y="6219302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Oval 505">
            <a:extLst>
              <a:ext uri="{FF2B5EF4-FFF2-40B4-BE49-F238E27FC236}">
                <a16:creationId xmlns:a16="http://schemas.microsoft.com/office/drawing/2014/main" id="{059AA8E9-DE39-914C-7300-03D9F4DC1597}"/>
              </a:ext>
            </a:extLst>
          </p:cNvPr>
          <p:cNvSpPr/>
          <p:nvPr/>
        </p:nvSpPr>
        <p:spPr>
          <a:xfrm>
            <a:off x="1963278" y="7515520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Oval 506">
            <a:extLst>
              <a:ext uri="{FF2B5EF4-FFF2-40B4-BE49-F238E27FC236}">
                <a16:creationId xmlns:a16="http://schemas.microsoft.com/office/drawing/2014/main" id="{34F3B78C-551E-7203-F1FD-AAA690A8A543}"/>
              </a:ext>
            </a:extLst>
          </p:cNvPr>
          <p:cNvSpPr/>
          <p:nvPr/>
        </p:nvSpPr>
        <p:spPr>
          <a:xfrm>
            <a:off x="2762352" y="5898012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A804E711-0E53-8464-FCB4-098C5A703C5B}"/>
              </a:ext>
            </a:extLst>
          </p:cNvPr>
          <p:cNvSpPr/>
          <p:nvPr/>
        </p:nvSpPr>
        <p:spPr>
          <a:xfrm>
            <a:off x="2762352" y="6529053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Oval 508">
            <a:extLst>
              <a:ext uri="{FF2B5EF4-FFF2-40B4-BE49-F238E27FC236}">
                <a16:creationId xmlns:a16="http://schemas.microsoft.com/office/drawing/2014/main" id="{E3BAEDB6-3171-A86E-C825-FD9CF002B8C6}"/>
              </a:ext>
            </a:extLst>
          </p:cNvPr>
          <p:cNvSpPr/>
          <p:nvPr/>
        </p:nvSpPr>
        <p:spPr>
          <a:xfrm>
            <a:off x="2762352" y="8042000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0" name="Straight Arrow Connector 509">
            <a:extLst>
              <a:ext uri="{FF2B5EF4-FFF2-40B4-BE49-F238E27FC236}">
                <a16:creationId xmlns:a16="http://schemas.microsoft.com/office/drawing/2014/main" id="{E813EA7F-EA50-48C9-E1B6-32F82B3CB844}"/>
              </a:ext>
            </a:extLst>
          </p:cNvPr>
          <p:cNvCxnSpPr>
            <a:stCxn id="504" idx="6"/>
            <a:endCxn id="507" idx="2"/>
          </p:cNvCxnSpPr>
          <p:nvPr/>
        </p:nvCxnSpPr>
        <p:spPr>
          <a:xfrm>
            <a:off x="2240369" y="5657534"/>
            <a:ext cx="521983" cy="37902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Arrow Connector 510">
            <a:extLst>
              <a:ext uri="{FF2B5EF4-FFF2-40B4-BE49-F238E27FC236}">
                <a16:creationId xmlns:a16="http://schemas.microsoft.com/office/drawing/2014/main" id="{6B4C5918-A3B8-66AF-8EE7-FA25ED85B009}"/>
              </a:ext>
            </a:extLst>
          </p:cNvPr>
          <p:cNvCxnSpPr>
            <a:cxnSpLocks/>
            <a:stCxn id="504" idx="6"/>
            <a:endCxn id="508" idx="2"/>
          </p:cNvCxnSpPr>
          <p:nvPr/>
        </p:nvCxnSpPr>
        <p:spPr>
          <a:xfrm>
            <a:off x="2240369" y="5657534"/>
            <a:ext cx="521983" cy="1010065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30B8812-1262-4679-4072-27BA75A9ED50}"/>
              </a:ext>
            </a:extLst>
          </p:cNvPr>
          <p:cNvCxnSpPr>
            <a:cxnSpLocks/>
            <a:stCxn id="504" idx="6"/>
            <a:endCxn id="509" idx="2"/>
          </p:cNvCxnSpPr>
          <p:nvPr/>
        </p:nvCxnSpPr>
        <p:spPr>
          <a:xfrm>
            <a:off x="2240369" y="5657534"/>
            <a:ext cx="521983" cy="252301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314F7E4-6B74-F5DE-91BE-110815A0D791}"/>
              </a:ext>
            </a:extLst>
          </p:cNvPr>
          <p:cNvCxnSpPr>
            <a:cxnSpLocks/>
            <a:stCxn id="505" idx="6"/>
            <a:endCxn id="507" idx="2"/>
          </p:cNvCxnSpPr>
          <p:nvPr/>
        </p:nvCxnSpPr>
        <p:spPr>
          <a:xfrm flipV="1">
            <a:off x="2240369" y="6036558"/>
            <a:ext cx="521983" cy="32129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2CBAB44-E211-C937-CE21-0FD07D511EE9}"/>
              </a:ext>
            </a:extLst>
          </p:cNvPr>
          <p:cNvCxnSpPr>
            <a:cxnSpLocks/>
            <a:stCxn id="505" idx="6"/>
            <a:endCxn id="508" idx="2"/>
          </p:cNvCxnSpPr>
          <p:nvPr/>
        </p:nvCxnSpPr>
        <p:spPr>
          <a:xfrm>
            <a:off x="2240369" y="6357848"/>
            <a:ext cx="521983" cy="309751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5EF88C1-E2F3-6A9F-5AF0-2516EDAC0139}"/>
              </a:ext>
            </a:extLst>
          </p:cNvPr>
          <p:cNvCxnSpPr>
            <a:cxnSpLocks/>
            <a:stCxn id="506" idx="6"/>
            <a:endCxn id="509" idx="2"/>
          </p:cNvCxnSpPr>
          <p:nvPr/>
        </p:nvCxnSpPr>
        <p:spPr>
          <a:xfrm>
            <a:off x="2240369" y="7654066"/>
            <a:ext cx="521983" cy="52648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B9136F5-F509-C4B2-D20F-AD42217E1EAF}"/>
              </a:ext>
            </a:extLst>
          </p:cNvPr>
          <p:cNvCxnSpPr>
            <a:cxnSpLocks/>
            <a:stCxn id="505" idx="6"/>
            <a:endCxn id="509" idx="2"/>
          </p:cNvCxnSpPr>
          <p:nvPr/>
        </p:nvCxnSpPr>
        <p:spPr>
          <a:xfrm>
            <a:off x="2240369" y="6357848"/>
            <a:ext cx="521983" cy="182269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B17132C-616F-5322-6EC8-2AABEEFA1686}"/>
              </a:ext>
            </a:extLst>
          </p:cNvPr>
          <p:cNvCxnSpPr>
            <a:cxnSpLocks/>
            <a:stCxn id="506" idx="6"/>
            <a:endCxn id="507" idx="2"/>
          </p:cNvCxnSpPr>
          <p:nvPr/>
        </p:nvCxnSpPr>
        <p:spPr>
          <a:xfrm flipV="1">
            <a:off x="2240369" y="6036558"/>
            <a:ext cx="521983" cy="161750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84F3FB3-C225-CE48-F532-819C88AB9212}"/>
              </a:ext>
            </a:extLst>
          </p:cNvPr>
          <p:cNvCxnSpPr>
            <a:cxnSpLocks/>
            <a:stCxn id="506" idx="6"/>
            <a:endCxn id="508" idx="2"/>
          </p:cNvCxnSpPr>
          <p:nvPr/>
        </p:nvCxnSpPr>
        <p:spPr>
          <a:xfrm flipV="1">
            <a:off x="2240369" y="6667599"/>
            <a:ext cx="521983" cy="98646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99E34008-4DF5-FC00-5E44-43D10E9DEED6}"/>
              </a:ext>
            </a:extLst>
          </p:cNvPr>
          <p:cNvSpPr/>
          <p:nvPr/>
        </p:nvSpPr>
        <p:spPr>
          <a:xfrm>
            <a:off x="2067183" y="6837577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5DDECEE-826F-2CDA-DAD2-78FA444C540A}"/>
              </a:ext>
            </a:extLst>
          </p:cNvPr>
          <p:cNvSpPr/>
          <p:nvPr/>
        </p:nvSpPr>
        <p:spPr>
          <a:xfrm>
            <a:off x="2067183" y="6989977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1F7B3F7-BFC3-2C47-C527-8F0CF9DAAA4D}"/>
              </a:ext>
            </a:extLst>
          </p:cNvPr>
          <p:cNvSpPr/>
          <p:nvPr/>
        </p:nvSpPr>
        <p:spPr>
          <a:xfrm>
            <a:off x="2067183" y="7142377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8A5E3AD-0222-5BE2-8B59-793E9F786E38}"/>
              </a:ext>
            </a:extLst>
          </p:cNvPr>
          <p:cNvSpPr/>
          <p:nvPr/>
        </p:nvSpPr>
        <p:spPr>
          <a:xfrm>
            <a:off x="2889020" y="6987568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BA0911D-97AD-A66A-FE2A-37A84A9242E3}"/>
              </a:ext>
            </a:extLst>
          </p:cNvPr>
          <p:cNvSpPr/>
          <p:nvPr/>
        </p:nvSpPr>
        <p:spPr>
          <a:xfrm>
            <a:off x="2889020" y="7139968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4BC8EB8-8E30-4D35-B555-ECA23998CC56}"/>
              </a:ext>
            </a:extLst>
          </p:cNvPr>
          <p:cNvSpPr/>
          <p:nvPr/>
        </p:nvSpPr>
        <p:spPr>
          <a:xfrm>
            <a:off x="2889020" y="7292368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BC1E977-58FC-E5AC-6F9F-AD691D2B89DF}"/>
              </a:ext>
            </a:extLst>
          </p:cNvPr>
          <p:cNvSpPr/>
          <p:nvPr/>
        </p:nvSpPr>
        <p:spPr>
          <a:xfrm>
            <a:off x="2762352" y="509691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F65E223-A3B7-BCFD-9AAC-F894DD9129DD}"/>
              </a:ext>
            </a:extLst>
          </p:cNvPr>
          <p:cNvCxnSpPr>
            <a:cxnSpLocks/>
            <a:stCxn id="504" idx="6"/>
            <a:endCxn id="90" idx="2"/>
          </p:cNvCxnSpPr>
          <p:nvPr/>
        </p:nvCxnSpPr>
        <p:spPr>
          <a:xfrm flipV="1">
            <a:off x="2240369" y="5235460"/>
            <a:ext cx="521983" cy="42207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869E956-D3FA-AB6D-51E4-F678002A7320}"/>
              </a:ext>
            </a:extLst>
          </p:cNvPr>
          <p:cNvCxnSpPr>
            <a:cxnSpLocks/>
            <a:stCxn id="505" idx="6"/>
            <a:endCxn id="90" idx="2"/>
          </p:cNvCxnSpPr>
          <p:nvPr/>
        </p:nvCxnSpPr>
        <p:spPr>
          <a:xfrm flipV="1">
            <a:off x="2240369" y="5235460"/>
            <a:ext cx="521983" cy="112238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537B2C8-07FA-F37B-5FF5-BD3CE305A08B}"/>
              </a:ext>
            </a:extLst>
          </p:cNvPr>
          <p:cNvCxnSpPr>
            <a:cxnSpLocks/>
            <a:stCxn id="506" idx="6"/>
            <a:endCxn id="90" idx="2"/>
          </p:cNvCxnSpPr>
          <p:nvPr/>
        </p:nvCxnSpPr>
        <p:spPr>
          <a:xfrm flipV="1">
            <a:off x="2240369" y="5235460"/>
            <a:ext cx="521983" cy="241860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52E66EC8-E1C1-EC6F-35C3-D2AEBD5C729B}"/>
              </a:ext>
            </a:extLst>
          </p:cNvPr>
          <p:cNvSpPr/>
          <p:nvPr/>
        </p:nvSpPr>
        <p:spPr>
          <a:xfrm>
            <a:off x="3311564" y="6362300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76D95CB-B6D0-D007-2BF1-7103D9172B99}"/>
              </a:ext>
            </a:extLst>
          </p:cNvPr>
          <p:cNvSpPr/>
          <p:nvPr/>
        </p:nvSpPr>
        <p:spPr>
          <a:xfrm>
            <a:off x="3462483" y="6362300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BD6B7EE-824A-B96D-92BB-BFCDF7F4DC75}"/>
              </a:ext>
            </a:extLst>
          </p:cNvPr>
          <p:cNvSpPr/>
          <p:nvPr/>
        </p:nvSpPr>
        <p:spPr>
          <a:xfrm>
            <a:off x="3613405" y="6362300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5DA6B33-010C-9A65-8987-6ADFB2EF00AB}"/>
              </a:ext>
            </a:extLst>
          </p:cNvPr>
          <p:cNvSpPr/>
          <p:nvPr/>
        </p:nvSpPr>
        <p:spPr>
          <a:xfrm>
            <a:off x="3911683" y="588415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410252E-68C0-D0DE-92C4-528CFBFEF40C}"/>
              </a:ext>
            </a:extLst>
          </p:cNvPr>
          <p:cNvSpPr/>
          <p:nvPr/>
        </p:nvSpPr>
        <p:spPr>
          <a:xfrm>
            <a:off x="3911683" y="6515197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F547913-1AB5-578A-7A81-0A35A5850678}"/>
              </a:ext>
            </a:extLst>
          </p:cNvPr>
          <p:cNvSpPr/>
          <p:nvPr/>
        </p:nvSpPr>
        <p:spPr>
          <a:xfrm>
            <a:off x="3911683" y="802814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DF7A5BD-0B30-C4A2-4E5C-39B0271CC4B5}"/>
              </a:ext>
            </a:extLst>
          </p:cNvPr>
          <p:cNvSpPr/>
          <p:nvPr/>
        </p:nvSpPr>
        <p:spPr>
          <a:xfrm>
            <a:off x="4038351" y="6973712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84B37D0-EACB-EB21-BFBC-86DB5CCFFF59}"/>
              </a:ext>
            </a:extLst>
          </p:cNvPr>
          <p:cNvSpPr/>
          <p:nvPr/>
        </p:nvSpPr>
        <p:spPr>
          <a:xfrm>
            <a:off x="4038351" y="7126112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EAE22D5-68AC-63E4-0AA7-F17F32F0C843}"/>
              </a:ext>
            </a:extLst>
          </p:cNvPr>
          <p:cNvSpPr/>
          <p:nvPr/>
        </p:nvSpPr>
        <p:spPr>
          <a:xfrm>
            <a:off x="4038351" y="7278512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574B3A83-3F89-EC2F-2CAB-FD034095498C}"/>
              </a:ext>
            </a:extLst>
          </p:cNvPr>
          <p:cNvSpPr/>
          <p:nvPr/>
        </p:nvSpPr>
        <p:spPr>
          <a:xfrm>
            <a:off x="3911683" y="508305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EBE85461-7D50-ADC6-EFCA-002C41A72631}"/>
              </a:ext>
            </a:extLst>
          </p:cNvPr>
          <p:cNvSpPr/>
          <p:nvPr/>
        </p:nvSpPr>
        <p:spPr>
          <a:xfrm>
            <a:off x="4558301" y="553516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6DF8027-CB1B-C53F-F794-AD8DA90CA270}"/>
              </a:ext>
            </a:extLst>
          </p:cNvPr>
          <p:cNvSpPr/>
          <p:nvPr/>
        </p:nvSpPr>
        <p:spPr>
          <a:xfrm>
            <a:off x="4558301" y="6235480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7E5CF556-47F8-20EE-BFE1-061DA7C69C34}"/>
              </a:ext>
            </a:extLst>
          </p:cNvPr>
          <p:cNvSpPr/>
          <p:nvPr/>
        </p:nvSpPr>
        <p:spPr>
          <a:xfrm>
            <a:off x="4558301" y="753169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CB448919-7ED3-80FE-A87D-26F637B376D8}"/>
              </a:ext>
            </a:extLst>
          </p:cNvPr>
          <p:cNvSpPr/>
          <p:nvPr/>
        </p:nvSpPr>
        <p:spPr>
          <a:xfrm>
            <a:off x="4662206" y="6867007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F29F9F68-8540-09A6-FFA7-BD521B8EF90C}"/>
              </a:ext>
            </a:extLst>
          </p:cNvPr>
          <p:cNvSpPr/>
          <p:nvPr/>
        </p:nvSpPr>
        <p:spPr>
          <a:xfrm>
            <a:off x="4662206" y="7019407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E936A5AD-620A-A8E1-779F-A36D93F627BD}"/>
              </a:ext>
            </a:extLst>
          </p:cNvPr>
          <p:cNvSpPr/>
          <p:nvPr/>
        </p:nvSpPr>
        <p:spPr>
          <a:xfrm>
            <a:off x="4662206" y="7171807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B96CD26-09F9-50F7-7CC0-A87BFA337911}"/>
              </a:ext>
            </a:extLst>
          </p:cNvPr>
          <p:cNvCxnSpPr>
            <a:cxnSpLocks/>
            <a:stCxn id="111" idx="2"/>
            <a:endCxn id="110" idx="6"/>
          </p:cNvCxnSpPr>
          <p:nvPr/>
        </p:nvCxnSpPr>
        <p:spPr>
          <a:xfrm flipH="1" flipV="1">
            <a:off x="4188774" y="5221604"/>
            <a:ext cx="369527" cy="45210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61E5358-E712-A6C0-EDC2-3A44F6ED62B4}"/>
              </a:ext>
            </a:extLst>
          </p:cNvPr>
          <p:cNvCxnSpPr>
            <a:cxnSpLocks/>
            <a:stCxn id="112" idx="2"/>
            <a:endCxn id="110" idx="6"/>
          </p:cNvCxnSpPr>
          <p:nvPr/>
        </p:nvCxnSpPr>
        <p:spPr>
          <a:xfrm flipH="1" flipV="1">
            <a:off x="4188774" y="5221604"/>
            <a:ext cx="369527" cy="115242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5BF4456-61B6-73C3-B72C-6A7F28F8908F}"/>
              </a:ext>
            </a:extLst>
          </p:cNvPr>
          <p:cNvCxnSpPr>
            <a:cxnSpLocks/>
            <a:stCxn id="114" idx="2"/>
            <a:endCxn id="110" idx="6"/>
          </p:cNvCxnSpPr>
          <p:nvPr/>
        </p:nvCxnSpPr>
        <p:spPr>
          <a:xfrm flipH="1" flipV="1">
            <a:off x="4188774" y="5221604"/>
            <a:ext cx="369527" cy="244864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06660A8-982E-1394-5570-DF4910525D86}"/>
              </a:ext>
            </a:extLst>
          </p:cNvPr>
          <p:cNvCxnSpPr>
            <a:cxnSpLocks/>
            <a:stCxn id="114" idx="2"/>
            <a:endCxn id="102" idx="6"/>
          </p:cNvCxnSpPr>
          <p:nvPr/>
        </p:nvCxnSpPr>
        <p:spPr>
          <a:xfrm flipH="1" flipV="1">
            <a:off x="4188774" y="6022702"/>
            <a:ext cx="369527" cy="164754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C21CA16-F45C-060C-3EAD-C4865F65C792}"/>
              </a:ext>
            </a:extLst>
          </p:cNvPr>
          <p:cNvCxnSpPr>
            <a:cxnSpLocks/>
            <a:stCxn id="111" idx="2"/>
            <a:endCxn id="102" idx="6"/>
          </p:cNvCxnSpPr>
          <p:nvPr/>
        </p:nvCxnSpPr>
        <p:spPr>
          <a:xfrm flipH="1">
            <a:off x="4188774" y="5673712"/>
            <a:ext cx="369527" cy="34899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7DE03CE-A355-8EBF-67E9-FCD52E8F8F86}"/>
              </a:ext>
            </a:extLst>
          </p:cNvPr>
          <p:cNvCxnSpPr>
            <a:cxnSpLocks/>
            <a:stCxn id="112" idx="2"/>
            <a:endCxn id="102" idx="6"/>
          </p:cNvCxnSpPr>
          <p:nvPr/>
        </p:nvCxnSpPr>
        <p:spPr>
          <a:xfrm flipH="1" flipV="1">
            <a:off x="4188774" y="6022702"/>
            <a:ext cx="369527" cy="35132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9126DCF-7B69-DF66-B124-A87820987FCF}"/>
              </a:ext>
            </a:extLst>
          </p:cNvPr>
          <p:cNvCxnSpPr>
            <a:cxnSpLocks/>
            <a:stCxn id="112" idx="2"/>
            <a:endCxn id="103" idx="6"/>
          </p:cNvCxnSpPr>
          <p:nvPr/>
        </p:nvCxnSpPr>
        <p:spPr>
          <a:xfrm flipH="1">
            <a:off x="4188774" y="6374026"/>
            <a:ext cx="369527" cy="27971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D647DF75-8247-954B-9A64-0185D7CF7968}"/>
              </a:ext>
            </a:extLst>
          </p:cNvPr>
          <p:cNvCxnSpPr>
            <a:cxnSpLocks/>
            <a:stCxn id="114" idx="2"/>
            <a:endCxn id="103" idx="6"/>
          </p:cNvCxnSpPr>
          <p:nvPr/>
        </p:nvCxnSpPr>
        <p:spPr>
          <a:xfrm flipH="1" flipV="1">
            <a:off x="4188774" y="6653743"/>
            <a:ext cx="369527" cy="1016501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3F70EDF-D775-E2C6-5B16-E9EC3400271E}"/>
              </a:ext>
            </a:extLst>
          </p:cNvPr>
          <p:cNvCxnSpPr>
            <a:cxnSpLocks/>
            <a:stCxn id="114" idx="2"/>
            <a:endCxn id="104" idx="6"/>
          </p:cNvCxnSpPr>
          <p:nvPr/>
        </p:nvCxnSpPr>
        <p:spPr>
          <a:xfrm flipH="1">
            <a:off x="4188774" y="7670244"/>
            <a:ext cx="369527" cy="49644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6F827E16-FCF1-EC93-0D5B-C7DC19B31A8B}"/>
              </a:ext>
            </a:extLst>
          </p:cNvPr>
          <p:cNvCxnSpPr>
            <a:cxnSpLocks/>
            <a:stCxn id="112" idx="2"/>
            <a:endCxn id="104" idx="6"/>
          </p:cNvCxnSpPr>
          <p:nvPr/>
        </p:nvCxnSpPr>
        <p:spPr>
          <a:xfrm flipH="1">
            <a:off x="4188774" y="6374026"/>
            <a:ext cx="369527" cy="179266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57449D4-1999-D3BB-5C85-7D5C932A4E61}"/>
              </a:ext>
            </a:extLst>
          </p:cNvPr>
          <p:cNvCxnSpPr>
            <a:cxnSpLocks/>
            <a:stCxn id="111" idx="2"/>
            <a:endCxn id="104" idx="6"/>
          </p:cNvCxnSpPr>
          <p:nvPr/>
        </p:nvCxnSpPr>
        <p:spPr>
          <a:xfrm flipH="1">
            <a:off x="4188774" y="5673712"/>
            <a:ext cx="369527" cy="249297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72CFB63-53E2-9383-A0AA-4598721CEBB6}"/>
              </a:ext>
            </a:extLst>
          </p:cNvPr>
          <p:cNvCxnSpPr>
            <a:cxnSpLocks/>
            <a:stCxn id="90" idx="6"/>
          </p:cNvCxnSpPr>
          <p:nvPr/>
        </p:nvCxnSpPr>
        <p:spPr>
          <a:xfrm flipV="1">
            <a:off x="3039443" y="5235459"/>
            <a:ext cx="197089" cy="1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AF911A6-16C4-9911-E35C-DBECEF2D6871}"/>
              </a:ext>
            </a:extLst>
          </p:cNvPr>
          <p:cNvCxnSpPr>
            <a:cxnSpLocks/>
          </p:cNvCxnSpPr>
          <p:nvPr/>
        </p:nvCxnSpPr>
        <p:spPr>
          <a:xfrm flipV="1">
            <a:off x="3039443" y="6036557"/>
            <a:ext cx="197089" cy="1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8A2306A-24F3-C24A-CDF1-5EAD923E9C42}"/>
              </a:ext>
            </a:extLst>
          </p:cNvPr>
          <p:cNvCxnSpPr>
            <a:cxnSpLocks/>
          </p:cNvCxnSpPr>
          <p:nvPr/>
        </p:nvCxnSpPr>
        <p:spPr>
          <a:xfrm flipV="1">
            <a:off x="3039688" y="6667598"/>
            <a:ext cx="197089" cy="1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155C2F2A-AAF1-D41E-9924-083F04947CBF}"/>
              </a:ext>
            </a:extLst>
          </p:cNvPr>
          <p:cNvCxnSpPr>
            <a:cxnSpLocks/>
          </p:cNvCxnSpPr>
          <p:nvPr/>
        </p:nvCxnSpPr>
        <p:spPr>
          <a:xfrm flipV="1">
            <a:off x="3039442" y="8194641"/>
            <a:ext cx="197089" cy="1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DEF3BA4-13E2-FF4B-D83D-259A59725AC6}"/>
              </a:ext>
            </a:extLst>
          </p:cNvPr>
          <p:cNvCxnSpPr>
            <a:cxnSpLocks/>
          </p:cNvCxnSpPr>
          <p:nvPr/>
        </p:nvCxnSpPr>
        <p:spPr>
          <a:xfrm flipV="1">
            <a:off x="3721929" y="8201268"/>
            <a:ext cx="197089" cy="1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8FAED454-EBC9-798A-FDDA-2F04334BF7A5}"/>
              </a:ext>
            </a:extLst>
          </p:cNvPr>
          <p:cNvCxnSpPr>
            <a:cxnSpLocks/>
          </p:cNvCxnSpPr>
          <p:nvPr/>
        </p:nvCxnSpPr>
        <p:spPr>
          <a:xfrm flipV="1">
            <a:off x="3714593" y="6685253"/>
            <a:ext cx="197089" cy="1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3F18303-AD73-5416-F54E-8895DC641CB2}"/>
              </a:ext>
            </a:extLst>
          </p:cNvPr>
          <p:cNvCxnSpPr>
            <a:cxnSpLocks/>
          </p:cNvCxnSpPr>
          <p:nvPr/>
        </p:nvCxnSpPr>
        <p:spPr>
          <a:xfrm flipV="1">
            <a:off x="3726596" y="6029706"/>
            <a:ext cx="197089" cy="1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86C5AA92-28FA-8DB5-88C7-FECD1405AC6A}"/>
              </a:ext>
            </a:extLst>
          </p:cNvPr>
          <p:cNvCxnSpPr>
            <a:cxnSpLocks/>
          </p:cNvCxnSpPr>
          <p:nvPr/>
        </p:nvCxnSpPr>
        <p:spPr>
          <a:xfrm flipV="1">
            <a:off x="3714593" y="5216386"/>
            <a:ext cx="197089" cy="1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50FC1BCF-4C78-6ED5-3149-99A55FE6BD64}"/>
              </a:ext>
            </a:extLst>
          </p:cNvPr>
          <p:cNvCxnSpPr>
            <a:cxnSpLocks/>
          </p:cNvCxnSpPr>
          <p:nvPr/>
        </p:nvCxnSpPr>
        <p:spPr>
          <a:xfrm>
            <a:off x="3033635" y="5255937"/>
            <a:ext cx="201625" cy="20160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A8E3EF90-0B0F-F6B8-EDCC-1FE24A288646}"/>
              </a:ext>
            </a:extLst>
          </p:cNvPr>
          <p:cNvCxnSpPr>
            <a:cxnSpLocks/>
          </p:cNvCxnSpPr>
          <p:nvPr/>
        </p:nvCxnSpPr>
        <p:spPr>
          <a:xfrm>
            <a:off x="3027457" y="6017702"/>
            <a:ext cx="201625" cy="20160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CFF184F5-9DE4-8B20-E131-5DDDC841059C}"/>
              </a:ext>
            </a:extLst>
          </p:cNvPr>
          <p:cNvCxnSpPr>
            <a:cxnSpLocks/>
          </p:cNvCxnSpPr>
          <p:nvPr/>
        </p:nvCxnSpPr>
        <p:spPr>
          <a:xfrm>
            <a:off x="3033582" y="6674110"/>
            <a:ext cx="201625" cy="20160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D6E682A6-A43A-6970-5FE7-5C672CF9A9ED}"/>
              </a:ext>
            </a:extLst>
          </p:cNvPr>
          <p:cNvCxnSpPr>
            <a:cxnSpLocks/>
          </p:cNvCxnSpPr>
          <p:nvPr/>
        </p:nvCxnSpPr>
        <p:spPr>
          <a:xfrm>
            <a:off x="3698733" y="6465998"/>
            <a:ext cx="201625" cy="20160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15508759-1144-24A9-E43D-B04FC7AE18BF}"/>
              </a:ext>
            </a:extLst>
          </p:cNvPr>
          <p:cNvCxnSpPr>
            <a:cxnSpLocks/>
          </p:cNvCxnSpPr>
          <p:nvPr/>
        </p:nvCxnSpPr>
        <p:spPr>
          <a:xfrm>
            <a:off x="3716158" y="5848209"/>
            <a:ext cx="201625" cy="20160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4BD5F76B-FEE0-7326-26FB-2DB776581B45}"/>
              </a:ext>
            </a:extLst>
          </p:cNvPr>
          <p:cNvCxnSpPr>
            <a:cxnSpLocks/>
          </p:cNvCxnSpPr>
          <p:nvPr/>
        </p:nvCxnSpPr>
        <p:spPr>
          <a:xfrm>
            <a:off x="3711985" y="7992023"/>
            <a:ext cx="201625" cy="20160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7D07D1E4-8ABA-FC15-95EA-9DA3BA9C1CE1}"/>
              </a:ext>
            </a:extLst>
          </p:cNvPr>
          <p:cNvCxnSpPr>
            <a:cxnSpLocks/>
          </p:cNvCxnSpPr>
          <p:nvPr/>
        </p:nvCxnSpPr>
        <p:spPr>
          <a:xfrm flipV="1">
            <a:off x="3040377" y="5832493"/>
            <a:ext cx="201600" cy="20160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E59D9AD6-9885-2786-AFAC-4FFB2C4B2983}"/>
              </a:ext>
            </a:extLst>
          </p:cNvPr>
          <p:cNvCxnSpPr>
            <a:cxnSpLocks/>
          </p:cNvCxnSpPr>
          <p:nvPr/>
        </p:nvCxnSpPr>
        <p:spPr>
          <a:xfrm flipV="1">
            <a:off x="3048356" y="6462113"/>
            <a:ext cx="201600" cy="20160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559095E9-4771-6BBA-9A9A-5BC05F9FE866}"/>
              </a:ext>
            </a:extLst>
          </p:cNvPr>
          <p:cNvCxnSpPr>
            <a:cxnSpLocks/>
          </p:cNvCxnSpPr>
          <p:nvPr/>
        </p:nvCxnSpPr>
        <p:spPr>
          <a:xfrm flipV="1">
            <a:off x="3040734" y="7992197"/>
            <a:ext cx="201600" cy="20160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F5E044D1-FABB-9B6F-CCD2-F0CD6C82A2CF}"/>
              </a:ext>
            </a:extLst>
          </p:cNvPr>
          <p:cNvCxnSpPr>
            <a:cxnSpLocks/>
          </p:cNvCxnSpPr>
          <p:nvPr/>
        </p:nvCxnSpPr>
        <p:spPr>
          <a:xfrm flipV="1">
            <a:off x="3708762" y="6684955"/>
            <a:ext cx="201600" cy="20160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30D5ED3D-0236-E9B8-660C-97BEFDAABACA}"/>
              </a:ext>
            </a:extLst>
          </p:cNvPr>
          <p:cNvCxnSpPr>
            <a:cxnSpLocks/>
          </p:cNvCxnSpPr>
          <p:nvPr/>
        </p:nvCxnSpPr>
        <p:spPr>
          <a:xfrm flipV="1">
            <a:off x="3716670" y="6003675"/>
            <a:ext cx="201600" cy="20160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7F92A114-8AA6-408C-8A3D-049CCE3FCAD9}"/>
              </a:ext>
            </a:extLst>
          </p:cNvPr>
          <p:cNvCxnSpPr>
            <a:cxnSpLocks/>
          </p:cNvCxnSpPr>
          <p:nvPr/>
        </p:nvCxnSpPr>
        <p:spPr>
          <a:xfrm flipV="1">
            <a:off x="3724340" y="5203301"/>
            <a:ext cx="201600" cy="20160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D273F5F3-C4A0-6B4E-0787-757D7DA491E4}"/>
              </a:ext>
            </a:extLst>
          </p:cNvPr>
          <p:cNvCxnSpPr>
            <a:cxnSpLocks/>
          </p:cNvCxnSpPr>
          <p:nvPr/>
        </p:nvCxnSpPr>
        <p:spPr>
          <a:xfrm>
            <a:off x="1381242" y="5657534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Left Brace 152">
            <a:extLst>
              <a:ext uri="{FF2B5EF4-FFF2-40B4-BE49-F238E27FC236}">
                <a16:creationId xmlns:a16="http://schemas.microsoft.com/office/drawing/2014/main" id="{4656E174-9ECD-6E1B-4340-B046A5ADFEA8}"/>
              </a:ext>
            </a:extLst>
          </p:cNvPr>
          <p:cNvSpPr/>
          <p:nvPr/>
        </p:nvSpPr>
        <p:spPr>
          <a:xfrm>
            <a:off x="1055543" y="5550781"/>
            <a:ext cx="277091" cy="224182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CCBBBBCA-23D1-D7BC-E1A3-F79E9DAFAF55}"/>
              </a:ext>
            </a:extLst>
          </p:cNvPr>
          <p:cNvCxnSpPr>
            <a:cxnSpLocks/>
          </p:cNvCxnSpPr>
          <p:nvPr/>
        </p:nvCxnSpPr>
        <p:spPr>
          <a:xfrm>
            <a:off x="1381242" y="6352670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0B27E708-05C3-C05B-B252-BBB2BD6C5E26}"/>
              </a:ext>
            </a:extLst>
          </p:cNvPr>
          <p:cNvCxnSpPr>
            <a:cxnSpLocks/>
          </p:cNvCxnSpPr>
          <p:nvPr/>
        </p:nvCxnSpPr>
        <p:spPr>
          <a:xfrm>
            <a:off x="1381242" y="7026965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15BFAAE2-7D2B-B471-371E-FD944135448E}"/>
              </a:ext>
            </a:extLst>
          </p:cNvPr>
          <p:cNvCxnSpPr>
            <a:cxnSpLocks/>
          </p:cNvCxnSpPr>
          <p:nvPr/>
        </p:nvCxnSpPr>
        <p:spPr>
          <a:xfrm>
            <a:off x="1381242" y="7670244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2C4B8442-390B-3C87-9615-71E3937BFCD0}"/>
              </a:ext>
            </a:extLst>
          </p:cNvPr>
          <p:cNvSpPr txBox="1"/>
          <p:nvPr/>
        </p:nvSpPr>
        <p:spPr>
          <a:xfrm rot="16200000">
            <a:off x="86379" y="6342226"/>
            <a:ext cx="1135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Input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0CFE7BC6-0773-848F-4C99-4FF460C9CF68}"/>
              </a:ext>
            </a:extLst>
          </p:cNvPr>
          <p:cNvCxnSpPr>
            <a:cxnSpLocks/>
          </p:cNvCxnSpPr>
          <p:nvPr/>
        </p:nvCxnSpPr>
        <p:spPr>
          <a:xfrm>
            <a:off x="4899710" y="5657534"/>
            <a:ext cx="46153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Left Brace 158">
            <a:extLst>
              <a:ext uri="{FF2B5EF4-FFF2-40B4-BE49-F238E27FC236}">
                <a16:creationId xmlns:a16="http://schemas.microsoft.com/office/drawing/2014/main" id="{834F7492-83D8-DE0D-2532-BBD9B04B5E52}"/>
              </a:ext>
            </a:extLst>
          </p:cNvPr>
          <p:cNvSpPr/>
          <p:nvPr/>
        </p:nvSpPr>
        <p:spPr>
          <a:xfrm rot="10800000">
            <a:off x="5382719" y="5558681"/>
            <a:ext cx="277091" cy="224182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2665A903-4579-55F4-7AA0-A8900036FC86}"/>
              </a:ext>
            </a:extLst>
          </p:cNvPr>
          <p:cNvCxnSpPr>
            <a:cxnSpLocks/>
          </p:cNvCxnSpPr>
          <p:nvPr/>
        </p:nvCxnSpPr>
        <p:spPr>
          <a:xfrm>
            <a:off x="4899710" y="6352670"/>
            <a:ext cx="46153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885781C0-A04E-5508-1933-E1D1B4E3566B}"/>
              </a:ext>
            </a:extLst>
          </p:cNvPr>
          <p:cNvCxnSpPr>
            <a:cxnSpLocks/>
          </p:cNvCxnSpPr>
          <p:nvPr/>
        </p:nvCxnSpPr>
        <p:spPr>
          <a:xfrm>
            <a:off x="4899710" y="7040217"/>
            <a:ext cx="46153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297A4D46-946D-A0F4-03F2-33502625AB88}"/>
              </a:ext>
            </a:extLst>
          </p:cNvPr>
          <p:cNvCxnSpPr>
            <a:cxnSpLocks/>
          </p:cNvCxnSpPr>
          <p:nvPr/>
        </p:nvCxnSpPr>
        <p:spPr>
          <a:xfrm>
            <a:off x="4899710" y="7670244"/>
            <a:ext cx="46153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3FD26E4D-0220-5CE4-210D-9B1C0EB66306}"/>
              </a:ext>
            </a:extLst>
          </p:cNvPr>
          <p:cNvSpPr txBox="1"/>
          <p:nvPr/>
        </p:nvSpPr>
        <p:spPr>
          <a:xfrm rot="16200000">
            <a:off x="5307576" y="6424083"/>
            <a:ext cx="1135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</a:t>
            </a:r>
          </a:p>
        </p:txBody>
      </p:sp>
      <p:sp>
        <p:nvSpPr>
          <p:cNvPr id="738" name="TextBox 737">
            <a:extLst>
              <a:ext uri="{FF2B5EF4-FFF2-40B4-BE49-F238E27FC236}">
                <a16:creationId xmlns:a16="http://schemas.microsoft.com/office/drawing/2014/main" id="{9A5B799A-D53E-0733-A41C-5AABDF127B30}"/>
              </a:ext>
            </a:extLst>
          </p:cNvPr>
          <p:cNvSpPr txBox="1"/>
          <p:nvPr/>
        </p:nvSpPr>
        <p:spPr>
          <a:xfrm>
            <a:off x="975379" y="4885829"/>
            <a:ext cx="1513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Model B</a:t>
            </a:r>
          </a:p>
        </p:txBody>
      </p:sp>
      <p:sp>
        <p:nvSpPr>
          <p:cNvPr id="739" name="Double Bracket 738">
            <a:extLst>
              <a:ext uri="{FF2B5EF4-FFF2-40B4-BE49-F238E27FC236}">
                <a16:creationId xmlns:a16="http://schemas.microsoft.com/office/drawing/2014/main" id="{7EF722D5-40F1-563A-BD2C-520D1E0AF434}"/>
              </a:ext>
            </a:extLst>
          </p:cNvPr>
          <p:cNvSpPr/>
          <p:nvPr/>
        </p:nvSpPr>
        <p:spPr>
          <a:xfrm>
            <a:off x="13362942" y="1522788"/>
            <a:ext cx="584200" cy="168448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1" name="TextBox 740">
                <a:extLst>
                  <a:ext uri="{FF2B5EF4-FFF2-40B4-BE49-F238E27FC236}">
                    <a16:creationId xmlns:a16="http://schemas.microsoft.com/office/drawing/2014/main" id="{21A5BAE5-A928-884B-1CEE-4972D5E4773E}"/>
                  </a:ext>
                </a:extLst>
              </p:cNvPr>
              <p:cNvSpPr txBox="1"/>
              <p:nvPr/>
            </p:nvSpPr>
            <p:spPr>
              <a:xfrm>
                <a:off x="13356611" y="1552853"/>
                <a:ext cx="709507" cy="396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ar-AE"/>
              </a:p>
            </p:txBody>
          </p:sp>
        </mc:Choice>
        <mc:Fallback xmlns="">
          <p:sp>
            <p:nvSpPr>
              <p:cNvPr id="741" name="TextBox 740">
                <a:extLst>
                  <a:ext uri="{FF2B5EF4-FFF2-40B4-BE49-F238E27FC236}">
                    <a16:creationId xmlns:a16="http://schemas.microsoft.com/office/drawing/2014/main" id="{21A5BAE5-A928-884B-1CEE-4972D5E47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6611" y="1552853"/>
                <a:ext cx="709507" cy="396712"/>
              </a:xfrm>
              <a:prstGeom prst="rect">
                <a:avLst/>
              </a:prstGeom>
              <a:blipFill>
                <a:blip r:embed="rId7"/>
                <a:stretch>
                  <a:fillRect t="-6250" r="-7018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2" name="TextBox 741">
                <a:extLst>
                  <a:ext uri="{FF2B5EF4-FFF2-40B4-BE49-F238E27FC236}">
                    <a16:creationId xmlns:a16="http://schemas.microsoft.com/office/drawing/2014/main" id="{E7865B3C-A7E7-C886-A999-37B2199A9B41}"/>
                  </a:ext>
                </a:extLst>
              </p:cNvPr>
              <p:cNvSpPr txBox="1"/>
              <p:nvPr/>
            </p:nvSpPr>
            <p:spPr>
              <a:xfrm>
                <a:off x="13318255" y="2788957"/>
                <a:ext cx="709507" cy="403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742" name="TextBox 741">
                <a:extLst>
                  <a:ext uri="{FF2B5EF4-FFF2-40B4-BE49-F238E27FC236}">
                    <a16:creationId xmlns:a16="http://schemas.microsoft.com/office/drawing/2014/main" id="{E7865B3C-A7E7-C886-A999-37B2199A9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8255" y="2788957"/>
                <a:ext cx="709507" cy="403059"/>
              </a:xfrm>
              <a:prstGeom prst="rect">
                <a:avLst/>
              </a:prstGeom>
              <a:blipFill>
                <a:blip r:embed="rId8"/>
                <a:stretch>
                  <a:fillRect t="-6061" r="-10526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3" name="Oval 742">
            <a:extLst>
              <a:ext uri="{FF2B5EF4-FFF2-40B4-BE49-F238E27FC236}">
                <a16:creationId xmlns:a16="http://schemas.microsoft.com/office/drawing/2014/main" id="{98894CCF-1754-40E0-B71C-537448AA3156}"/>
              </a:ext>
            </a:extLst>
          </p:cNvPr>
          <p:cNvSpPr/>
          <p:nvPr/>
        </p:nvSpPr>
        <p:spPr>
          <a:xfrm>
            <a:off x="13629898" y="2160226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744" name="Oval 743">
            <a:extLst>
              <a:ext uri="{FF2B5EF4-FFF2-40B4-BE49-F238E27FC236}">
                <a16:creationId xmlns:a16="http://schemas.microsoft.com/office/drawing/2014/main" id="{8E2D47CA-683F-2D4F-1A10-17884EAA2860}"/>
              </a:ext>
            </a:extLst>
          </p:cNvPr>
          <p:cNvSpPr/>
          <p:nvPr/>
        </p:nvSpPr>
        <p:spPr>
          <a:xfrm>
            <a:off x="13629898" y="2312626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745" name="Oval 744">
            <a:extLst>
              <a:ext uri="{FF2B5EF4-FFF2-40B4-BE49-F238E27FC236}">
                <a16:creationId xmlns:a16="http://schemas.microsoft.com/office/drawing/2014/main" id="{DD0E144A-6CDB-B639-16DB-3DF9F23ECDF5}"/>
              </a:ext>
            </a:extLst>
          </p:cNvPr>
          <p:cNvSpPr/>
          <p:nvPr/>
        </p:nvSpPr>
        <p:spPr>
          <a:xfrm>
            <a:off x="13629898" y="2465026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749" name="Double Bracket 748">
            <a:extLst>
              <a:ext uri="{FF2B5EF4-FFF2-40B4-BE49-F238E27FC236}">
                <a16:creationId xmlns:a16="http://schemas.microsoft.com/office/drawing/2014/main" id="{6508E839-36B1-7781-CDF8-5EF9B2D74919}"/>
              </a:ext>
            </a:extLst>
          </p:cNvPr>
          <p:cNvSpPr/>
          <p:nvPr/>
        </p:nvSpPr>
        <p:spPr>
          <a:xfrm>
            <a:off x="15271848" y="1547836"/>
            <a:ext cx="584200" cy="168448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0" name="TextBox 749">
                <a:extLst>
                  <a:ext uri="{FF2B5EF4-FFF2-40B4-BE49-F238E27FC236}">
                    <a16:creationId xmlns:a16="http://schemas.microsoft.com/office/drawing/2014/main" id="{EB634F93-EF72-145D-1538-84DE6D51F3EE}"/>
                  </a:ext>
                </a:extLst>
              </p:cNvPr>
              <p:cNvSpPr txBox="1"/>
              <p:nvPr/>
            </p:nvSpPr>
            <p:spPr>
              <a:xfrm>
                <a:off x="15265517" y="1577901"/>
                <a:ext cx="709507" cy="400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0" name="TextBox 749">
                <a:extLst>
                  <a:ext uri="{FF2B5EF4-FFF2-40B4-BE49-F238E27FC236}">
                    <a16:creationId xmlns:a16="http://schemas.microsoft.com/office/drawing/2014/main" id="{EB634F93-EF72-145D-1538-84DE6D51F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5517" y="1577901"/>
                <a:ext cx="709507" cy="400944"/>
              </a:xfrm>
              <a:prstGeom prst="rect">
                <a:avLst/>
              </a:prstGeom>
              <a:blipFill>
                <a:blip r:embed="rId9"/>
                <a:stretch>
                  <a:fillRect t="-9375" r="-5172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1" name="TextBox 750">
                <a:extLst>
                  <a:ext uri="{FF2B5EF4-FFF2-40B4-BE49-F238E27FC236}">
                    <a16:creationId xmlns:a16="http://schemas.microsoft.com/office/drawing/2014/main" id="{B901D86F-8BDC-C75D-ED73-308F76086099}"/>
                  </a:ext>
                </a:extLst>
              </p:cNvPr>
              <p:cNvSpPr txBox="1"/>
              <p:nvPr/>
            </p:nvSpPr>
            <p:spPr>
              <a:xfrm>
                <a:off x="15227161" y="2814005"/>
                <a:ext cx="709507" cy="407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1" name="TextBox 750">
                <a:extLst>
                  <a:ext uri="{FF2B5EF4-FFF2-40B4-BE49-F238E27FC236}">
                    <a16:creationId xmlns:a16="http://schemas.microsoft.com/office/drawing/2014/main" id="{B901D86F-8BDC-C75D-ED73-308F76086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7161" y="2814005"/>
                <a:ext cx="709507" cy="407291"/>
              </a:xfrm>
              <a:prstGeom prst="rect">
                <a:avLst/>
              </a:prstGeom>
              <a:blipFill>
                <a:blip r:embed="rId10"/>
                <a:stretch>
                  <a:fillRect t="-3030" r="-10714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2" name="Oval 751">
            <a:extLst>
              <a:ext uri="{FF2B5EF4-FFF2-40B4-BE49-F238E27FC236}">
                <a16:creationId xmlns:a16="http://schemas.microsoft.com/office/drawing/2014/main" id="{87EA326A-1DA1-F4DB-1E42-F7B250E84517}"/>
              </a:ext>
            </a:extLst>
          </p:cNvPr>
          <p:cNvSpPr/>
          <p:nvPr/>
        </p:nvSpPr>
        <p:spPr>
          <a:xfrm>
            <a:off x="15538804" y="2185274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753" name="Oval 752">
            <a:extLst>
              <a:ext uri="{FF2B5EF4-FFF2-40B4-BE49-F238E27FC236}">
                <a16:creationId xmlns:a16="http://schemas.microsoft.com/office/drawing/2014/main" id="{6EAEC93A-B8C0-CB07-47A7-8445F6E010ED}"/>
              </a:ext>
            </a:extLst>
          </p:cNvPr>
          <p:cNvSpPr/>
          <p:nvPr/>
        </p:nvSpPr>
        <p:spPr>
          <a:xfrm>
            <a:off x="15538804" y="2337674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754" name="Oval 753">
            <a:extLst>
              <a:ext uri="{FF2B5EF4-FFF2-40B4-BE49-F238E27FC236}">
                <a16:creationId xmlns:a16="http://schemas.microsoft.com/office/drawing/2014/main" id="{77ACD668-3F8B-74F5-3F71-FADA356E1B62}"/>
              </a:ext>
            </a:extLst>
          </p:cNvPr>
          <p:cNvSpPr/>
          <p:nvPr/>
        </p:nvSpPr>
        <p:spPr>
          <a:xfrm>
            <a:off x="15538804" y="2490074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755" name="Right Arrow 754">
            <a:extLst>
              <a:ext uri="{FF2B5EF4-FFF2-40B4-BE49-F238E27FC236}">
                <a16:creationId xmlns:a16="http://schemas.microsoft.com/office/drawing/2014/main" id="{AF75645F-4B5B-E35A-B384-CD627243D9C9}"/>
              </a:ext>
            </a:extLst>
          </p:cNvPr>
          <p:cNvSpPr/>
          <p:nvPr/>
        </p:nvSpPr>
        <p:spPr>
          <a:xfrm>
            <a:off x="11007725" y="2175070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6" name="TextBox 755">
            <a:extLst>
              <a:ext uri="{FF2B5EF4-FFF2-40B4-BE49-F238E27FC236}">
                <a16:creationId xmlns:a16="http://schemas.microsoft.com/office/drawing/2014/main" id="{28D32F31-7849-B023-19AC-F256FB321997}"/>
              </a:ext>
            </a:extLst>
          </p:cNvPr>
          <p:cNvSpPr txBox="1"/>
          <p:nvPr/>
        </p:nvSpPr>
        <p:spPr>
          <a:xfrm>
            <a:off x="11014242" y="1838923"/>
            <a:ext cx="1074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Flatten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weights matrices</a:t>
            </a:r>
          </a:p>
        </p:txBody>
      </p:sp>
      <p:sp>
        <p:nvSpPr>
          <p:cNvPr id="757" name="Right Arrow 756">
            <a:extLst>
              <a:ext uri="{FF2B5EF4-FFF2-40B4-BE49-F238E27FC236}">
                <a16:creationId xmlns:a16="http://schemas.microsoft.com/office/drawing/2014/main" id="{CCFA9686-EFC0-BBB0-78F7-1A9BAC5D6C21}"/>
              </a:ext>
            </a:extLst>
          </p:cNvPr>
          <p:cNvSpPr/>
          <p:nvPr/>
        </p:nvSpPr>
        <p:spPr>
          <a:xfrm>
            <a:off x="16728469" y="2204596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" name="TextBox 757">
            <a:extLst>
              <a:ext uri="{FF2B5EF4-FFF2-40B4-BE49-F238E27FC236}">
                <a16:creationId xmlns:a16="http://schemas.microsoft.com/office/drawing/2014/main" id="{26004F7C-82DC-DA86-C9EE-7C38BECBBF7F}"/>
              </a:ext>
            </a:extLst>
          </p:cNvPr>
          <p:cNvSpPr txBox="1"/>
          <p:nvPr/>
        </p:nvSpPr>
        <p:spPr>
          <a:xfrm>
            <a:off x="16505148" y="1614803"/>
            <a:ext cx="15113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Calculate cosine angle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in weight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9" name="TextBox 758">
                <a:extLst>
                  <a:ext uri="{FF2B5EF4-FFF2-40B4-BE49-F238E27FC236}">
                    <a16:creationId xmlns:a16="http://schemas.microsoft.com/office/drawing/2014/main" id="{D7682C57-4108-6F07-D61D-1BEF56821D3E}"/>
                  </a:ext>
                </a:extLst>
              </p:cNvPr>
              <p:cNvSpPr txBox="1"/>
              <p:nvPr/>
            </p:nvSpPr>
            <p:spPr>
              <a:xfrm>
                <a:off x="14426177" y="2204119"/>
                <a:ext cx="863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r>
                        <a:rPr lang="en-GB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</m:oMath>
                  </m:oMathPara>
                </a14:m>
                <a:endParaRPr lang="ar-AE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9" name="TextBox 758">
                <a:extLst>
                  <a:ext uri="{FF2B5EF4-FFF2-40B4-BE49-F238E27FC236}">
                    <a16:creationId xmlns:a16="http://schemas.microsoft.com/office/drawing/2014/main" id="{D7682C57-4108-6F07-D61D-1BEF56821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6177" y="2204119"/>
                <a:ext cx="863184" cy="369332"/>
              </a:xfrm>
              <a:prstGeom prst="rect">
                <a:avLst/>
              </a:prstGeom>
              <a:blipFill>
                <a:blip r:embed="rId11"/>
                <a:stretch>
                  <a:fillRect t="-6667" r="-1159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9B69A13F-616B-A735-320F-0411BBE4AD70}"/>
                  </a:ext>
                </a:extLst>
              </p:cNvPr>
              <p:cNvSpPr txBox="1"/>
              <p:nvPr/>
            </p:nvSpPr>
            <p:spPr>
              <a:xfrm>
                <a:off x="12555556" y="2191768"/>
                <a:ext cx="863184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  <m:r>
                        <a:rPr lang="en-GB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</m:oMath>
                  </m:oMathPara>
                </a14:m>
                <a:endParaRPr lang="ar-AE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60" name="TextBox 759">
                <a:extLst>
                  <a:ext uri="{FF2B5EF4-FFF2-40B4-BE49-F238E27FC236}">
                    <a16:creationId xmlns:a16="http://schemas.microsoft.com/office/drawing/2014/main" id="{9B69A13F-616B-A735-320F-0411BBE4A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5556" y="2191768"/>
                <a:ext cx="863184" cy="375552"/>
              </a:xfrm>
              <a:prstGeom prst="rect">
                <a:avLst/>
              </a:prstGeom>
              <a:blipFill>
                <a:blip r:embed="rId12"/>
                <a:stretch>
                  <a:fillRect t="-6452" r="-11594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2" name="Right Arrow 761">
            <a:extLst>
              <a:ext uri="{FF2B5EF4-FFF2-40B4-BE49-F238E27FC236}">
                <a16:creationId xmlns:a16="http://schemas.microsoft.com/office/drawing/2014/main" id="{82C5E084-C33F-646A-DCF0-7065A412C712}"/>
              </a:ext>
            </a:extLst>
          </p:cNvPr>
          <p:cNvSpPr/>
          <p:nvPr/>
        </p:nvSpPr>
        <p:spPr>
          <a:xfrm>
            <a:off x="11091946" y="4601448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3" name="TextBox 762">
            <a:extLst>
              <a:ext uri="{FF2B5EF4-FFF2-40B4-BE49-F238E27FC236}">
                <a16:creationId xmlns:a16="http://schemas.microsoft.com/office/drawing/2014/main" id="{2A4074E4-FFE5-5E1B-BB54-8AFE13DC2F3C}"/>
              </a:ext>
            </a:extLst>
          </p:cNvPr>
          <p:cNvSpPr txBox="1"/>
          <p:nvPr/>
        </p:nvSpPr>
        <p:spPr>
          <a:xfrm>
            <a:off x="10707166" y="4229211"/>
            <a:ext cx="17827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Flatten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output </a:t>
            </a:r>
          </a:p>
          <a:p>
            <a:pPr algn="ctr"/>
            <a:r>
              <a:rPr lang="en-US" dirty="0"/>
              <a:t>matrices</a:t>
            </a:r>
          </a:p>
          <a:p>
            <a:pPr algn="ctr"/>
            <a:r>
              <a:rPr lang="en-US" dirty="0"/>
              <a:t>(over N inputs)</a:t>
            </a:r>
          </a:p>
        </p:txBody>
      </p:sp>
      <p:sp>
        <p:nvSpPr>
          <p:cNvPr id="358" name="Double Bracket 357">
            <a:extLst>
              <a:ext uri="{FF2B5EF4-FFF2-40B4-BE49-F238E27FC236}">
                <a16:creationId xmlns:a16="http://schemas.microsoft.com/office/drawing/2014/main" id="{4F0256FC-DDA5-FD85-2859-23A1B85EFE25}"/>
              </a:ext>
            </a:extLst>
          </p:cNvPr>
          <p:cNvSpPr/>
          <p:nvPr/>
        </p:nvSpPr>
        <p:spPr>
          <a:xfrm>
            <a:off x="13315570" y="3910097"/>
            <a:ext cx="584200" cy="168448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2E50C3AF-D9DA-A0EC-E918-B2A7A03532CF}"/>
                  </a:ext>
                </a:extLst>
              </p:cNvPr>
              <p:cNvSpPr txBox="1"/>
              <p:nvPr/>
            </p:nvSpPr>
            <p:spPr>
              <a:xfrm>
                <a:off x="13309239" y="3940162"/>
                <a:ext cx="709507" cy="408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sSub>
                            <m:sSubPr>
                              <m:ctrlPr>
                                <a:rPr lang="ar-AE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GB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2E50C3AF-D9DA-A0EC-E918-B2A7A0353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9239" y="3940162"/>
                <a:ext cx="709507" cy="408317"/>
              </a:xfrm>
              <a:prstGeom prst="rect">
                <a:avLst/>
              </a:prstGeom>
              <a:blipFill>
                <a:blip r:embed="rId13"/>
                <a:stretch>
                  <a:fillRect t="-6061" r="-10526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82F6A4E4-9324-99BA-0CD4-A927A98FA9DB}"/>
                  </a:ext>
                </a:extLst>
              </p:cNvPr>
              <p:cNvSpPr txBox="1"/>
              <p:nvPr/>
            </p:nvSpPr>
            <p:spPr>
              <a:xfrm>
                <a:off x="13270883" y="5176266"/>
                <a:ext cx="709507" cy="415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60" name="TextBox 359">
                <a:extLst>
                  <a:ext uri="{FF2B5EF4-FFF2-40B4-BE49-F238E27FC236}">
                    <a16:creationId xmlns:a16="http://schemas.microsoft.com/office/drawing/2014/main" id="{82F6A4E4-9324-99BA-0CD4-A927A98FA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0883" y="5176266"/>
                <a:ext cx="709507" cy="415114"/>
              </a:xfrm>
              <a:prstGeom prst="rect">
                <a:avLst/>
              </a:prstGeom>
              <a:blipFill>
                <a:blip r:embed="rId14"/>
                <a:stretch>
                  <a:fillRect t="-5882" r="-15789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1" name="Oval 360">
            <a:extLst>
              <a:ext uri="{FF2B5EF4-FFF2-40B4-BE49-F238E27FC236}">
                <a16:creationId xmlns:a16="http://schemas.microsoft.com/office/drawing/2014/main" id="{F87D8B8A-92FE-6331-D008-04F342F1BCCD}"/>
              </a:ext>
            </a:extLst>
          </p:cNvPr>
          <p:cNvSpPr/>
          <p:nvPr/>
        </p:nvSpPr>
        <p:spPr>
          <a:xfrm>
            <a:off x="13582526" y="4547535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E8329330-8973-97AF-C496-E2557C883CFB}"/>
              </a:ext>
            </a:extLst>
          </p:cNvPr>
          <p:cNvSpPr/>
          <p:nvPr/>
        </p:nvSpPr>
        <p:spPr>
          <a:xfrm>
            <a:off x="13582526" y="4699935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B5E2A0E0-E303-C308-4CCC-EEDDF7967F22}"/>
              </a:ext>
            </a:extLst>
          </p:cNvPr>
          <p:cNvSpPr/>
          <p:nvPr/>
        </p:nvSpPr>
        <p:spPr>
          <a:xfrm>
            <a:off x="13582526" y="4852335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1" name="TextBox 370">
                <a:extLst>
                  <a:ext uri="{FF2B5EF4-FFF2-40B4-BE49-F238E27FC236}">
                    <a16:creationId xmlns:a16="http://schemas.microsoft.com/office/drawing/2014/main" id="{B0620A44-FC24-C856-D46F-8314011F00FA}"/>
                  </a:ext>
                </a:extLst>
              </p:cNvPr>
              <p:cNvSpPr txBox="1"/>
              <p:nvPr/>
            </p:nvSpPr>
            <p:spPr>
              <a:xfrm>
                <a:off x="12253003" y="4579077"/>
                <a:ext cx="116685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  <m:r>
                        <a:rPr lang="en-GB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</m:oMath>
                  </m:oMathPara>
                </a14:m>
                <a:endParaRPr lang="ar-AE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1" name="TextBox 370">
                <a:extLst>
                  <a:ext uri="{FF2B5EF4-FFF2-40B4-BE49-F238E27FC236}">
                    <a16:creationId xmlns:a16="http://schemas.microsoft.com/office/drawing/2014/main" id="{B0620A44-FC24-C856-D46F-8314011F0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3003" y="4579077"/>
                <a:ext cx="1166855" cy="375552"/>
              </a:xfrm>
              <a:prstGeom prst="rect">
                <a:avLst/>
              </a:prstGeom>
              <a:blipFill>
                <a:blip r:embed="rId15"/>
                <a:stretch>
                  <a:fillRect t="-6452" r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7" name="TextBox 396">
                <a:extLst>
                  <a:ext uri="{FF2B5EF4-FFF2-40B4-BE49-F238E27FC236}">
                    <a16:creationId xmlns:a16="http://schemas.microsoft.com/office/drawing/2014/main" id="{D93F1AF2-7022-AFBC-D8BC-7FAAF0AE7601}"/>
                  </a:ext>
                </a:extLst>
              </p:cNvPr>
              <p:cNvSpPr txBox="1"/>
              <p:nvPr/>
            </p:nvSpPr>
            <p:spPr>
              <a:xfrm>
                <a:off x="19192300" y="1674835"/>
                <a:ext cx="8631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</m:oMath>
                  </m:oMathPara>
                </a14:m>
                <a:endParaRPr lang="ar-AE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97" name="TextBox 396">
                <a:extLst>
                  <a:ext uri="{FF2B5EF4-FFF2-40B4-BE49-F238E27FC236}">
                    <a16:creationId xmlns:a16="http://schemas.microsoft.com/office/drawing/2014/main" id="{D93F1AF2-7022-AFBC-D8BC-7FAAF0AE7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2300" y="1674835"/>
                <a:ext cx="863184" cy="369332"/>
              </a:xfrm>
              <a:prstGeom prst="rect">
                <a:avLst/>
              </a:prstGeom>
              <a:blipFill>
                <a:blip r:embed="rId16"/>
                <a:stretch>
                  <a:fillRect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B6E7AC27-A1EF-8F23-29E3-B47AE1F0235B}"/>
                  </a:ext>
                </a:extLst>
              </p:cNvPr>
              <p:cNvSpPr txBox="1"/>
              <p:nvPr/>
            </p:nvSpPr>
            <p:spPr>
              <a:xfrm>
                <a:off x="19139626" y="3066761"/>
                <a:ext cx="863184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  <m:r>
                        <a:rPr lang="en-GB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B6E7AC27-A1EF-8F23-29E3-B47AE1F02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9626" y="3066761"/>
                <a:ext cx="863184" cy="375552"/>
              </a:xfrm>
              <a:prstGeom prst="rect">
                <a:avLst/>
              </a:prstGeom>
              <a:blipFill>
                <a:blip r:embed="rId17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1" name="Double Bracket 400">
            <a:extLst>
              <a:ext uri="{FF2B5EF4-FFF2-40B4-BE49-F238E27FC236}">
                <a16:creationId xmlns:a16="http://schemas.microsoft.com/office/drawing/2014/main" id="{49BD61F2-38A7-7DE6-BEA5-10F60BC35650}"/>
              </a:ext>
            </a:extLst>
          </p:cNvPr>
          <p:cNvSpPr/>
          <p:nvPr/>
        </p:nvSpPr>
        <p:spPr>
          <a:xfrm>
            <a:off x="15261928" y="3901693"/>
            <a:ext cx="584200" cy="168448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B9D5915B-3285-56F5-CEB6-5F80ADB0C8B9}"/>
                  </a:ext>
                </a:extLst>
              </p:cNvPr>
              <p:cNvSpPr txBox="1"/>
              <p:nvPr/>
            </p:nvSpPr>
            <p:spPr>
              <a:xfrm>
                <a:off x="15255597" y="3931758"/>
                <a:ext cx="709507" cy="412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sSub>
                            <m:sSubPr>
                              <m:ctrlPr>
                                <a:rPr lang="ar-AE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GB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B9D5915B-3285-56F5-CEB6-5F80ADB0C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5597" y="3931758"/>
                <a:ext cx="709507" cy="412549"/>
              </a:xfrm>
              <a:prstGeom prst="rect">
                <a:avLst/>
              </a:prstGeom>
              <a:blipFill>
                <a:blip r:embed="rId18"/>
                <a:stretch>
                  <a:fillRect t="-5882" r="-8772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3" name="TextBox 402">
                <a:extLst>
                  <a:ext uri="{FF2B5EF4-FFF2-40B4-BE49-F238E27FC236}">
                    <a16:creationId xmlns:a16="http://schemas.microsoft.com/office/drawing/2014/main" id="{90A351E6-0CC0-BAA9-580F-206B4F725A5D}"/>
                  </a:ext>
                </a:extLst>
              </p:cNvPr>
              <p:cNvSpPr txBox="1"/>
              <p:nvPr/>
            </p:nvSpPr>
            <p:spPr>
              <a:xfrm>
                <a:off x="15217241" y="5167862"/>
                <a:ext cx="709507" cy="419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03" name="TextBox 402">
                <a:extLst>
                  <a:ext uri="{FF2B5EF4-FFF2-40B4-BE49-F238E27FC236}">
                    <a16:creationId xmlns:a16="http://schemas.microsoft.com/office/drawing/2014/main" id="{90A351E6-0CC0-BAA9-580F-206B4F725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7241" y="5167862"/>
                <a:ext cx="709507" cy="419346"/>
              </a:xfrm>
              <a:prstGeom prst="rect">
                <a:avLst/>
              </a:prstGeom>
              <a:blipFill>
                <a:blip r:embed="rId19"/>
                <a:stretch>
                  <a:fillRect t="-5882" r="-14035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4" name="Oval 403">
            <a:extLst>
              <a:ext uri="{FF2B5EF4-FFF2-40B4-BE49-F238E27FC236}">
                <a16:creationId xmlns:a16="http://schemas.microsoft.com/office/drawing/2014/main" id="{7F462B99-CC49-A922-FAB4-1104BF6B2763}"/>
              </a:ext>
            </a:extLst>
          </p:cNvPr>
          <p:cNvSpPr/>
          <p:nvPr/>
        </p:nvSpPr>
        <p:spPr>
          <a:xfrm>
            <a:off x="15528884" y="4539131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A87AE634-DF2F-12FA-4AB8-8A5A4BA38CC6}"/>
              </a:ext>
            </a:extLst>
          </p:cNvPr>
          <p:cNvSpPr/>
          <p:nvPr/>
        </p:nvSpPr>
        <p:spPr>
          <a:xfrm>
            <a:off x="15528884" y="4691531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43A7CA7C-61B6-351E-6987-DDE25702B330}"/>
              </a:ext>
            </a:extLst>
          </p:cNvPr>
          <p:cNvSpPr/>
          <p:nvPr/>
        </p:nvSpPr>
        <p:spPr>
          <a:xfrm>
            <a:off x="15528884" y="4843931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5F5880DE-330D-BE5F-4AF5-52A5ECCDB340}"/>
                  </a:ext>
                </a:extLst>
              </p:cNvPr>
              <p:cNvSpPr txBox="1"/>
              <p:nvPr/>
            </p:nvSpPr>
            <p:spPr>
              <a:xfrm>
                <a:off x="14199361" y="4570673"/>
                <a:ext cx="116685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r>
                        <a:rPr lang="en-GB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</m:oMath>
                  </m:oMathPara>
                </a14:m>
                <a:endParaRPr lang="ar-AE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07" name="TextBox 406">
                <a:extLst>
                  <a:ext uri="{FF2B5EF4-FFF2-40B4-BE49-F238E27FC236}">
                    <a16:creationId xmlns:a16="http://schemas.microsoft.com/office/drawing/2014/main" id="{5F5880DE-330D-BE5F-4AF5-52A5ECCDB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9361" y="4570673"/>
                <a:ext cx="1166855" cy="375552"/>
              </a:xfrm>
              <a:prstGeom prst="rect">
                <a:avLst/>
              </a:prstGeom>
              <a:blipFill>
                <a:blip r:embed="rId20"/>
                <a:stretch>
                  <a:fillRect t="-10000" r="-531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FFCBE4F8-536D-5058-6F3D-F81CA3335DCD}"/>
                  </a:ext>
                </a:extLst>
              </p:cNvPr>
              <p:cNvSpPr txBox="1"/>
              <p:nvPr/>
            </p:nvSpPr>
            <p:spPr>
              <a:xfrm>
                <a:off x="19082621" y="5414156"/>
                <a:ext cx="116685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  <m:r>
                        <a:rPr lang="en-GB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ar-AE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FFCBE4F8-536D-5058-6F3D-F81CA3335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2621" y="5414156"/>
                <a:ext cx="1166855" cy="375552"/>
              </a:xfrm>
              <a:prstGeom prst="rect">
                <a:avLst/>
              </a:prstGeom>
              <a:blipFill>
                <a:blip r:embed="rId21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BE3FF21A-A063-26A9-1EB8-A233BDAA3151}"/>
                  </a:ext>
                </a:extLst>
              </p:cNvPr>
              <p:cNvSpPr txBox="1"/>
              <p:nvPr/>
            </p:nvSpPr>
            <p:spPr>
              <a:xfrm>
                <a:off x="19222548" y="3990710"/>
                <a:ext cx="116685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r>
                        <a:rPr lang="en-GB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ar-AE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BE3FF21A-A063-26A9-1EB8-A233BDAA3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22548" y="3990710"/>
                <a:ext cx="1166855" cy="375552"/>
              </a:xfrm>
              <a:prstGeom prst="rect">
                <a:avLst/>
              </a:prstGeom>
              <a:blipFill>
                <a:blip r:embed="rId22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1" name="Right Arrow 410">
            <a:extLst>
              <a:ext uri="{FF2B5EF4-FFF2-40B4-BE49-F238E27FC236}">
                <a16:creationId xmlns:a16="http://schemas.microsoft.com/office/drawing/2014/main" id="{6D5086A1-8A21-0F37-7288-1B451BABF4EB}"/>
              </a:ext>
            </a:extLst>
          </p:cNvPr>
          <p:cNvSpPr/>
          <p:nvPr/>
        </p:nvSpPr>
        <p:spPr>
          <a:xfrm>
            <a:off x="16728469" y="4690053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90B1CEA7-A09C-4D08-61B7-F544FDFE4CBC}"/>
              </a:ext>
            </a:extLst>
          </p:cNvPr>
          <p:cNvSpPr txBox="1"/>
          <p:nvPr/>
        </p:nvSpPr>
        <p:spPr>
          <a:xfrm>
            <a:off x="16444442" y="4047265"/>
            <a:ext cx="16327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Calculate cosine angle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in output space</a:t>
            </a:r>
          </a:p>
          <a:p>
            <a:pPr algn="ctr"/>
            <a:endParaRPr lang="en-US" dirty="0"/>
          </a:p>
        </p:txBody>
      </p:sp>
      <p:sp>
        <p:nvSpPr>
          <p:cNvPr id="419" name="Right Arrow 418">
            <a:extLst>
              <a:ext uri="{FF2B5EF4-FFF2-40B4-BE49-F238E27FC236}">
                <a16:creationId xmlns:a16="http://schemas.microsoft.com/office/drawing/2014/main" id="{0FBA859D-52C3-C58E-8267-DEB3A99B09E6}"/>
              </a:ext>
            </a:extLst>
          </p:cNvPr>
          <p:cNvSpPr/>
          <p:nvPr/>
        </p:nvSpPr>
        <p:spPr>
          <a:xfrm>
            <a:off x="11164003" y="7109058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A8629642-116B-9FEF-BEF2-6D6905BAD39D}"/>
              </a:ext>
            </a:extLst>
          </p:cNvPr>
          <p:cNvSpPr txBox="1"/>
          <p:nvPr/>
        </p:nvSpPr>
        <p:spPr>
          <a:xfrm>
            <a:off x="11007672" y="6750629"/>
            <a:ext cx="1273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Calculate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interaction tensors </a:t>
            </a:r>
          </a:p>
        </p:txBody>
      </p:sp>
      <p:sp>
        <p:nvSpPr>
          <p:cNvPr id="423" name="Right Arrow 422">
            <a:extLst>
              <a:ext uri="{FF2B5EF4-FFF2-40B4-BE49-F238E27FC236}">
                <a16:creationId xmlns:a16="http://schemas.microsoft.com/office/drawing/2014/main" id="{90A8E478-588F-1133-FD0F-257479ABCA75}"/>
              </a:ext>
            </a:extLst>
          </p:cNvPr>
          <p:cNvSpPr/>
          <p:nvPr/>
        </p:nvSpPr>
        <p:spPr>
          <a:xfrm>
            <a:off x="16728469" y="7057333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064520C2-FFF9-F53B-F27A-37C59CE1ECE1}"/>
              </a:ext>
            </a:extLst>
          </p:cNvPr>
          <p:cNvSpPr txBox="1"/>
          <p:nvPr/>
        </p:nvSpPr>
        <p:spPr>
          <a:xfrm>
            <a:off x="16336460" y="6431772"/>
            <a:ext cx="18487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Calculate</a:t>
            </a:r>
          </a:p>
          <a:p>
            <a:pPr algn="ctr"/>
            <a:r>
              <a:rPr lang="en-US" dirty="0"/>
              <a:t> cosine angle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in space of functions of Gaussian 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B5ECE92E-EE21-AA29-7A20-238B61E3CE28}"/>
                  </a:ext>
                </a:extLst>
              </p:cNvPr>
              <p:cNvSpPr txBox="1"/>
              <p:nvPr/>
            </p:nvSpPr>
            <p:spPr>
              <a:xfrm>
                <a:off x="12068519" y="7021128"/>
                <a:ext cx="116685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ar-AE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B5ECE92E-EE21-AA29-7A20-238B61E3C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8519" y="7021128"/>
                <a:ext cx="1166855" cy="375552"/>
              </a:xfrm>
              <a:prstGeom prst="rect">
                <a:avLst/>
              </a:prstGeom>
              <a:blipFill>
                <a:blip r:embed="rId23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8" name="Double Bracket 427">
            <a:extLst>
              <a:ext uri="{FF2B5EF4-FFF2-40B4-BE49-F238E27FC236}">
                <a16:creationId xmlns:a16="http://schemas.microsoft.com/office/drawing/2014/main" id="{51CF9ADD-F35D-527C-DC48-A8D938A11C27}"/>
              </a:ext>
            </a:extLst>
          </p:cNvPr>
          <p:cNvSpPr/>
          <p:nvPr/>
        </p:nvSpPr>
        <p:spPr>
          <a:xfrm>
            <a:off x="13002476" y="6855975"/>
            <a:ext cx="889987" cy="13796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2" name="Double Bracket 431">
            <a:extLst>
              <a:ext uri="{FF2B5EF4-FFF2-40B4-BE49-F238E27FC236}">
                <a16:creationId xmlns:a16="http://schemas.microsoft.com/office/drawing/2014/main" id="{7DBF0A85-EBF0-19BF-0B83-778D634EA0D2}"/>
              </a:ext>
            </a:extLst>
          </p:cNvPr>
          <p:cNvSpPr/>
          <p:nvPr/>
        </p:nvSpPr>
        <p:spPr>
          <a:xfrm>
            <a:off x="13364610" y="6401461"/>
            <a:ext cx="848695" cy="13796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FBEF3593-B991-0475-87CC-5AD21A6B83B2}"/>
              </a:ext>
            </a:extLst>
          </p:cNvPr>
          <p:cNvCxnSpPr>
            <a:cxnSpLocks/>
          </p:cNvCxnSpPr>
          <p:nvPr/>
        </p:nvCxnSpPr>
        <p:spPr>
          <a:xfrm flipV="1">
            <a:off x="13038586" y="6443330"/>
            <a:ext cx="374386" cy="456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39190D01-1CC2-080A-63D9-2AFC961AA7A4}"/>
              </a:ext>
            </a:extLst>
          </p:cNvPr>
          <p:cNvCxnSpPr>
            <a:cxnSpLocks/>
          </p:cNvCxnSpPr>
          <p:nvPr/>
        </p:nvCxnSpPr>
        <p:spPr>
          <a:xfrm flipV="1">
            <a:off x="13850011" y="6443330"/>
            <a:ext cx="333822" cy="467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784">
            <a:extLst>
              <a:ext uri="{FF2B5EF4-FFF2-40B4-BE49-F238E27FC236}">
                <a16:creationId xmlns:a16="http://schemas.microsoft.com/office/drawing/2014/main" id="{7165E197-3B24-6EE0-02E7-5141054423D7}"/>
              </a:ext>
            </a:extLst>
          </p:cNvPr>
          <p:cNvCxnSpPr>
            <a:cxnSpLocks/>
          </p:cNvCxnSpPr>
          <p:nvPr/>
        </p:nvCxnSpPr>
        <p:spPr>
          <a:xfrm flipV="1">
            <a:off x="13041152" y="7740502"/>
            <a:ext cx="371820" cy="459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Straight Connector 785">
            <a:extLst>
              <a:ext uri="{FF2B5EF4-FFF2-40B4-BE49-F238E27FC236}">
                <a16:creationId xmlns:a16="http://schemas.microsoft.com/office/drawing/2014/main" id="{17D301D6-C053-BF78-40C9-8F4BF395CC5E}"/>
              </a:ext>
            </a:extLst>
          </p:cNvPr>
          <p:cNvCxnSpPr>
            <a:cxnSpLocks/>
          </p:cNvCxnSpPr>
          <p:nvPr/>
        </p:nvCxnSpPr>
        <p:spPr>
          <a:xfrm flipV="1">
            <a:off x="13836700" y="7751135"/>
            <a:ext cx="325867" cy="4486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3" name="TextBox 792">
                <a:extLst>
                  <a:ext uri="{FF2B5EF4-FFF2-40B4-BE49-F238E27FC236}">
                    <a16:creationId xmlns:a16="http://schemas.microsoft.com/office/drawing/2014/main" id="{E1B05ECE-ECC6-ADEE-0821-685892FD3889}"/>
                  </a:ext>
                </a:extLst>
              </p:cNvPr>
              <p:cNvSpPr txBox="1"/>
              <p:nvPr/>
            </p:nvSpPr>
            <p:spPr>
              <a:xfrm>
                <a:off x="14164019" y="7021128"/>
                <a:ext cx="1166855" cy="380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r>
                        <a:rPr lang="en-GB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ar-AE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93" name="TextBox 792">
                <a:extLst>
                  <a:ext uri="{FF2B5EF4-FFF2-40B4-BE49-F238E27FC236}">
                    <a16:creationId xmlns:a16="http://schemas.microsoft.com/office/drawing/2014/main" id="{E1B05ECE-ECC6-ADEE-0821-685892FD3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4019" y="7021128"/>
                <a:ext cx="1166855" cy="380553"/>
              </a:xfrm>
              <a:prstGeom prst="rect">
                <a:avLst/>
              </a:prstGeom>
              <a:blipFill>
                <a:blip r:embed="rId24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0" name="Double Bracket 799">
            <a:extLst>
              <a:ext uri="{FF2B5EF4-FFF2-40B4-BE49-F238E27FC236}">
                <a16:creationId xmlns:a16="http://schemas.microsoft.com/office/drawing/2014/main" id="{E6F62679-32E7-1B7F-B348-BC2570D28166}"/>
              </a:ext>
            </a:extLst>
          </p:cNvPr>
          <p:cNvSpPr/>
          <p:nvPr/>
        </p:nvSpPr>
        <p:spPr>
          <a:xfrm>
            <a:off x="15069401" y="6855975"/>
            <a:ext cx="889987" cy="13796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" name="Double Bracket 800">
            <a:extLst>
              <a:ext uri="{FF2B5EF4-FFF2-40B4-BE49-F238E27FC236}">
                <a16:creationId xmlns:a16="http://schemas.microsoft.com/office/drawing/2014/main" id="{1A8C3EBB-81EE-AEA4-1C4D-0585FA9AF4FC}"/>
              </a:ext>
            </a:extLst>
          </p:cNvPr>
          <p:cNvSpPr/>
          <p:nvPr/>
        </p:nvSpPr>
        <p:spPr>
          <a:xfrm>
            <a:off x="15431535" y="6401461"/>
            <a:ext cx="848695" cy="13796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2" name="Straight Connector 801">
            <a:extLst>
              <a:ext uri="{FF2B5EF4-FFF2-40B4-BE49-F238E27FC236}">
                <a16:creationId xmlns:a16="http://schemas.microsoft.com/office/drawing/2014/main" id="{63FF6A14-8BC2-3072-1A06-EFB19F006505}"/>
              </a:ext>
            </a:extLst>
          </p:cNvPr>
          <p:cNvCxnSpPr>
            <a:cxnSpLocks/>
          </p:cNvCxnSpPr>
          <p:nvPr/>
        </p:nvCxnSpPr>
        <p:spPr>
          <a:xfrm flipV="1">
            <a:off x="15105511" y="6443330"/>
            <a:ext cx="374386" cy="456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Straight Connector 802">
            <a:extLst>
              <a:ext uri="{FF2B5EF4-FFF2-40B4-BE49-F238E27FC236}">
                <a16:creationId xmlns:a16="http://schemas.microsoft.com/office/drawing/2014/main" id="{90FF916F-EAE9-0BB2-D9CA-5C9BD2453814}"/>
              </a:ext>
            </a:extLst>
          </p:cNvPr>
          <p:cNvCxnSpPr>
            <a:cxnSpLocks/>
          </p:cNvCxnSpPr>
          <p:nvPr/>
        </p:nvCxnSpPr>
        <p:spPr>
          <a:xfrm flipV="1">
            <a:off x="15916936" y="6443330"/>
            <a:ext cx="333822" cy="467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Connector 803">
            <a:extLst>
              <a:ext uri="{FF2B5EF4-FFF2-40B4-BE49-F238E27FC236}">
                <a16:creationId xmlns:a16="http://schemas.microsoft.com/office/drawing/2014/main" id="{F35E42A3-A2AD-C014-F3A9-BFA70874CDA0}"/>
              </a:ext>
            </a:extLst>
          </p:cNvPr>
          <p:cNvCxnSpPr>
            <a:cxnSpLocks/>
          </p:cNvCxnSpPr>
          <p:nvPr/>
        </p:nvCxnSpPr>
        <p:spPr>
          <a:xfrm flipV="1">
            <a:off x="15108077" y="7740502"/>
            <a:ext cx="371820" cy="459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804">
            <a:extLst>
              <a:ext uri="{FF2B5EF4-FFF2-40B4-BE49-F238E27FC236}">
                <a16:creationId xmlns:a16="http://schemas.microsoft.com/office/drawing/2014/main" id="{71650D81-7130-2211-58CE-5D2B10051DC0}"/>
              </a:ext>
            </a:extLst>
          </p:cNvPr>
          <p:cNvCxnSpPr>
            <a:cxnSpLocks/>
          </p:cNvCxnSpPr>
          <p:nvPr/>
        </p:nvCxnSpPr>
        <p:spPr>
          <a:xfrm flipV="1">
            <a:off x="15903625" y="7751135"/>
            <a:ext cx="325867" cy="4486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Straight Arrow Connector 811">
            <a:extLst>
              <a:ext uri="{FF2B5EF4-FFF2-40B4-BE49-F238E27FC236}">
                <a16:creationId xmlns:a16="http://schemas.microsoft.com/office/drawing/2014/main" id="{2D9824A0-8F2A-E68F-D0D2-F24D9697E0BE}"/>
              </a:ext>
            </a:extLst>
          </p:cNvPr>
          <p:cNvCxnSpPr>
            <a:cxnSpLocks/>
          </p:cNvCxnSpPr>
          <p:nvPr/>
        </p:nvCxnSpPr>
        <p:spPr>
          <a:xfrm flipV="1">
            <a:off x="18481248" y="6305348"/>
            <a:ext cx="0" cy="1281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Arrow Connector 812">
            <a:extLst>
              <a:ext uri="{FF2B5EF4-FFF2-40B4-BE49-F238E27FC236}">
                <a16:creationId xmlns:a16="http://schemas.microsoft.com/office/drawing/2014/main" id="{3284F70A-D9D0-78FD-7332-E4600B71E9A6}"/>
              </a:ext>
            </a:extLst>
          </p:cNvPr>
          <p:cNvCxnSpPr>
            <a:cxnSpLocks/>
          </p:cNvCxnSpPr>
          <p:nvPr/>
        </p:nvCxnSpPr>
        <p:spPr>
          <a:xfrm>
            <a:off x="18481248" y="7587140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Arrow Connector 813">
            <a:extLst>
              <a:ext uri="{FF2B5EF4-FFF2-40B4-BE49-F238E27FC236}">
                <a16:creationId xmlns:a16="http://schemas.microsoft.com/office/drawing/2014/main" id="{B0F0393A-CB4D-2690-45CB-5874B575F104}"/>
              </a:ext>
            </a:extLst>
          </p:cNvPr>
          <p:cNvCxnSpPr>
            <a:cxnSpLocks/>
          </p:cNvCxnSpPr>
          <p:nvPr/>
        </p:nvCxnSpPr>
        <p:spPr>
          <a:xfrm flipH="1">
            <a:off x="18073911" y="7591844"/>
            <a:ext cx="402390" cy="6030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Straight Arrow Connector 814">
            <a:extLst>
              <a:ext uri="{FF2B5EF4-FFF2-40B4-BE49-F238E27FC236}">
                <a16:creationId xmlns:a16="http://schemas.microsoft.com/office/drawing/2014/main" id="{91711077-B992-BE94-523C-DBFD3D13A391}"/>
              </a:ext>
            </a:extLst>
          </p:cNvPr>
          <p:cNvCxnSpPr/>
          <p:nvPr/>
        </p:nvCxnSpPr>
        <p:spPr>
          <a:xfrm flipV="1">
            <a:off x="18476301" y="6708036"/>
            <a:ext cx="987634" cy="87910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Arrow Connector 815">
            <a:extLst>
              <a:ext uri="{FF2B5EF4-FFF2-40B4-BE49-F238E27FC236}">
                <a16:creationId xmlns:a16="http://schemas.microsoft.com/office/drawing/2014/main" id="{A7EAADB1-977D-2E18-637F-BFFE229FA28B}"/>
              </a:ext>
            </a:extLst>
          </p:cNvPr>
          <p:cNvCxnSpPr>
            <a:cxnSpLocks/>
          </p:cNvCxnSpPr>
          <p:nvPr/>
        </p:nvCxnSpPr>
        <p:spPr>
          <a:xfrm>
            <a:off x="18476302" y="7591845"/>
            <a:ext cx="866239" cy="3979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7" name="Arc 816">
            <a:extLst>
              <a:ext uri="{FF2B5EF4-FFF2-40B4-BE49-F238E27FC236}">
                <a16:creationId xmlns:a16="http://schemas.microsoft.com/office/drawing/2014/main" id="{1A025F5F-6B6B-AF69-5C08-DD33262DEB4C}"/>
              </a:ext>
            </a:extLst>
          </p:cNvPr>
          <p:cNvSpPr/>
          <p:nvPr/>
        </p:nvSpPr>
        <p:spPr>
          <a:xfrm rot="3205068">
            <a:off x="18219515" y="7090334"/>
            <a:ext cx="722297" cy="722297"/>
          </a:xfrm>
          <a:prstGeom prst="arc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8" name="TextBox 817">
            <a:extLst>
              <a:ext uri="{FF2B5EF4-FFF2-40B4-BE49-F238E27FC236}">
                <a16:creationId xmlns:a16="http://schemas.microsoft.com/office/drawing/2014/main" id="{C5B3A657-BC9F-D314-2918-25334F4BF1DA}"/>
              </a:ext>
            </a:extLst>
          </p:cNvPr>
          <p:cNvSpPr txBox="1"/>
          <p:nvPr/>
        </p:nvSpPr>
        <p:spPr>
          <a:xfrm>
            <a:off x="18926901" y="7272283"/>
            <a:ext cx="413319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accent6">
                    <a:lumMod val="75000"/>
                  </a:schemeClr>
                </a:solidFill>
              </a:rPr>
              <a:t>θ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0" name="TextBox 819">
                <a:extLst>
                  <a:ext uri="{FF2B5EF4-FFF2-40B4-BE49-F238E27FC236}">
                    <a16:creationId xmlns:a16="http://schemas.microsoft.com/office/drawing/2014/main" id="{F5371BBD-FEAA-A0D5-210A-467F917031EC}"/>
                  </a:ext>
                </a:extLst>
              </p:cNvPr>
              <p:cNvSpPr txBox="1"/>
              <p:nvPr/>
            </p:nvSpPr>
            <p:spPr>
              <a:xfrm>
                <a:off x="18992602" y="7863212"/>
                <a:ext cx="116685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  <m:r>
                        <a:rPr lang="en-GB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20" name="TextBox 819">
                <a:extLst>
                  <a:ext uri="{FF2B5EF4-FFF2-40B4-BE49-F238E27FC236}">
                    <a16:creationId xmlns:a16="http://schemas.microsoft.com/office/drawing/2014/main" id="{F5371BBD-FEAA-A0D5-210A-467F91703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2602" y="7863212"/>
                <a:ext cx="1166855" cy="375552"/>
              </a:xfrm>
              <a:prstGeom prst="rect">
                <a:avLst/>
              </a:prstGeom>
              <a:blipFill>
                <a:blip r:embed="rId2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1" name="TextBox 820">
                <a:extLst>
                  <a:ext uri="{FF2B5EF4-FFF2-40B4-BE49-F238E27FC236}">
                    <a16:creationId xmlns:a16="http://schemas.microsoft.com/office/drawing/2014/main" id="{E9A5EA5A-70D4-3B8D-4333-F45C33787F6A}"/>
                  </a:ext>
                </a:extLst>
              </p:cNvPr>
              <p:cNvSpPr txBox="1"/>
              <p:nvPr/>
            </p:nvSpPr>
            <p:spPr>
              <a:xfrm>
                <a:off x="19111264" y="6439766"/>
                <a:ext cx="1166855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r>
                        <a:rPr lang="en-GB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21" name="TextBox 820">
                <a:extLst>
                  <a:ext uri="{FF2B5EF4-FFF2-40B4-BE49-F238E27FC236}">
                    <a16:creationId xmlns:a16="http://schemas.microsoft.com/office/drawing/2014/main" id="{E9A5EA5A-70D4-3B8D-4333-F45C33787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1264" y="6439766"/>
                <a:ext cx="1166855" cy="374270"/>
              </a:xfrm>
              <a:prstGeom prst="rect">
                <a:avLst/>
              </a:prstGeom>
              <a:blipFill>
                <a:blip r:embed="rId26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24" name="Picture 823">
            <a:extLst>
              <a:ext uri="{FF2B5EF4-FFF2-40B4-BE49-F238E27FC236}">
                <a16:creationId xmlns:a16="http://schemas.microsoft.com/office/drawing/2014/main" id="{E98DD597-75EE-83FC-7826-03257CDA147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560374" y="6088377"/>
            <a:ext cx="1028700" cy="368300"/>
          </a:xfrm>
          <a:prstGeom prst="rect">
            <a:avLst/>
          </a:prstGeom>
        </p:spPr>
      </p:pic>
      <p:sp>
        <p:nvSpPr>
          <p:cNvPr id="722" name="Rounded Rectangle 721">
            <a:extLst>
              <a:ext uri="{FF2B5EF4-FFF2-40B4-BE49-F238E27FC236}">
                <a16:creationId xmlns:a16="http://schemas.microsoft.com/office/drawing/2014/main" id="{D567DE1A-DE73-3016-10EA-7F590947516B}"/>
              </a:ext>
            </a:extLst>
          </p:cNvPr>
          <p:cNvSpPr/>
          <p:nvPr/>
        </p:nvSpPr>
        <p:spPr>
          <a:xfrm>
            <a:off x="6375400" y="1201515"/>
            <a:ext cx="14190403" cy="2348185"/>
          </a:xfrm>
          <a:prstGeom prst="roundRect">
            <a:avLst/>
          </a:prstGeom>
          <a:solidFill>
            <a:srgbClr val="E23D5D">
              <a:alpha val="9000"/>
            </a:srgbClr>
          </a:solidFill>
          <a:ln>
            <a:solidFill>
              <a:srgbClr val="E23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5" name="Rounded Rectangle 724">
            <a:extLst>
              <a:ext uri="{FF2B5EF4-FFF2-40B4-BE49-F238E27FC236}">
                <a16:creationId xmlns:a16="http://schemas.microsoft.com/office/drawing/2014/main" id="{93CE92FF-FA72-9A2C-1FA9-E725940496D8}"/>
              </a:ext>
            </a:extLst>
          </p:cNvPr>
          <p:cNvSpPr/>
          <p:nvPr/>
        </p:nvSpPr>
        <p:spPr>
          <a:xfrm>
            <a:off x="6375400" y="5973644"/>
            <a:ext cx="14186268" cy="2348185"/>
          </a:xfrm>
          <a:prstGeom prst="roundRect">
            <a:avLst/>
          </a:prstGeom>
          <a:solidFill>
            <a:srgbClr val="0C0C85">
              <a:alpha val="9000"/>
            </a:srgbClr>
          </a:solidFill>
          <a:ln>
            <a:solidFill>
              <a:srgbClr val="0C0C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4" name="Rounded Rectangle 723">
            <a:extLst>
              <a:ext uri="{FF2B5EF4-FFF2-40B4-BE49-F238E27FC236}">
                <a16:creationId xmlns:a16="http://schemas.microsoft.com/office/drawing/2014/main" id="{A6CB0A98-D665-96AA-A52C-680D43C5BADB}"/>
              </a:ext>
            </a:extLst>
          </p:cNvPr>
          <p:cNvSpPr/>
          <p:nvPr/>
        </p:nvSpPr>
        <p:spPr>
          <a:xfrm>
            <a:off x="6375400" y="3588029"/>
            <a:ext cx="14186268" cy="2348185"/>
          </a:xfrm>
          <a:prstGeom prst="roundRect">
            <a:avLst/>
          </a:prstGeom>
          <a:solidFill>
            <a:srgbClr val="FFB329">
              <a:alpha val="9000"/>
            </a:srgbClr>
          </a:solidFill>
          <a:ln>
            <a:solidFill>
              <a:srgbClr val="FFB3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078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6075D-D43F-19E7-1F7C-8725BB3BC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Rounded Rectangle 724">
            <a:extLst>
              <a:ext uri="{FF2B5EF4-FFF2-40B4-BE49-F238E27FC236}">
                <a16:creationId xmlns:a16="http://schemas.microsoft.com/office/drawing/2014/main" id="{B81F5B20-2D53-3390-C53F-76CB81E40938}"/>
              </a:ext>
            </a:extLst>
          </p:cNvPr>
          <p:cNvSpPr/>
          <p:nvPr/>
        </p:nvSpPr>
        <p:spPr>
          <a:xfrm>
            <a:off x="1382233" y="5973644"/>
            <a:ext cx="19179435" cy="2348185"/>
          </a:xfrm>
          <a:prstGeom prst="roundRect">
            <a:avLst/>
          </a:prstGeom>
          <a:solidFill>
            <a:srgbClr val="0C0C85">
              <a:alpha val="9000"/>
            </a:srgbClr>
          </a:solidFill>
          <a:ln>
            <a:solidFill>
              <a:srgbClr val="0C0C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4" name="Rounded Rectangle 723">
            <a:extLst>
              <a:ext uri="{FF2B5EF4-FFF2-40B4-BE49-F238E27FC236}">
                <a16:creationId xmlns:a16="http://schemas.microsoft.com/office/drawing/2014/main" id="{A1BFEE47-AD8A-7F08-92C4-08DC00FD14AA}"/>
              </a:ext>
            </a:extLst>
          </p:cNvPr>
          <p:cNvSpPr/>
          <p:nvPr/>
        </p:nvSpPr>
        <p:spPr>
          <a:xfrm>
            <a:off x="1382233" y="3577762"/>
            <a:ext cx="19179434" cy="2348185"/>
          </a:xfrm>
          <a:prstGeom prst="roundRect">
            <a:avLst/>
          </a:prstGeom>
          <a:solidFill>
            <a:srgbClr val="FFB329">
              <a:alpha val="9000"/>
            </a:srgbClr>
          </a:solidFill>
          <a:ln>
            <a:solidFill>
              <a:srgbClr val="FFB3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2" name="Rounded Rectangle 721">
            <a:extLst>
              <a:ext uri="{FF2B5EF4-FFF2-40B4-BE49-F238E27FC236}">
                <a16:creationId xmlns:a16="http://schemas.microsoft.com/office/drawing/2014/main" id="{ACDD6695-3794-C430-6BB3-0C6DE53E6ABB}"/>
              </a:ext>
            </a:extLst>
          </p:cNvPr>
          <p:cNvSpPr/>
          <p:nvPr/>
        </p:nvSpPr>
        <p:spPr>
          <a:xfrm>
            <a:off x="1382234" y="1223399"/>
            <a:ext cx="19179434" cy="2348185"/>
          </a:xfrm>
          <a:prstGeom prst="roundRect">
            <a:avLst/>
          </a:prstGeom>
          <a:solidFill>
            <a:srgbClr val="E23D5D">
              <a:alpha val="9000"/>
            </a:srgbClr>
          </a:solidFill>
          <a:ln>
            <a:solidFill>
              <a:srgbClr val="E23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F39A455E-A5B8-0F27-9CD9-9D72B159C7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3764" r="48302" b="7942"/>
          <a:stretch>
            <a:fillRect/>
          </a:stretch>
        </p:blipFill>
        <p:spPr>
          <a:xfrm>
            <a:off x="4296389" y="1937488"/>
            <a:ext cx="1875811" cy="8922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C701C2-3703-5592-B12E-3D66365B03B3}"/>
              </a:ext>
            </a:extLst>
          </p:cNvPr>
          <p:cNvSpPr txBox="1"/>
          <p:nvPr/>
        </p:nvSpPr>
        <p:spPr>
          <a:xfrm>
            <a:off x="4490588" y="1278494"/>
            <a:ext cx="371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Matrix Similarity</a:t>
            </a:r>
          </a:p>
        </p:txBody>
      </p:sp>
      <p:pic>
        <p:nvPicPr>
          <p:cNvPr id="315" name="Picture 314">
            <a:extLst>
              <a:ext uri="{FF2B5EF4-FFF2-40B4-BE49-F238E27FC236}">
                <a16:creationId xmlns:a16="http://schemas.microsoft.com/office/drawing/2014/main" id="{9D7D192E-5D2A-A622-C185-1925028B04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813" b="1978"/>
          <a:stretch>
            <a:fillRect/>
          </a:stretch>
        </p:blipFill>
        <p:spPr>
          <a:xfrm>
            <a:off x="1548379" y="4375153"/>
            <a:ext cx="2131912" cy="721462"/>
          </a:xfrm>
          <a:prstGeom prst="rect">
            <a:avLst/>
          </a:prstGeom>
        </p:spPr>
      </p:pic>
      <p:sp>
        <p:nvSpPr>
          <p:cNvPr id="342" name="TextBox 341">
            <a:extLst>
              <a:ext uri="{FF2B5EF4-FFF2-40B4-BE49-F238E27FC236}">
                <a16:creationId xmlns:a16="http://schemas.microsoft.com/office/drawing/2014/main" id="{15B71D7E-DB72-4A57-C24B-51AFA2F09C70}"/>
              </a:ext>
            </a:extLst>
          </p:cNvPr>
          <p:cNvSpPr txBox="1"/>
          <p:nvPr/>
        </p:nvSpPr>
        <p:spPr>
          <a:xfrm>
            <a:off x="4194789" y="3649283"/>
            <a:ext cx="371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Functional Similarity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0A3CACDA-E29E-9217-DB3D-85E5D901B2DB}"/>
              </a:ext>
            </a:extLst>
          </p:cNvPr>
          <p:cNvSpPr txBox="1"/>
          <p:nvPr/>
        </p:nvSpPr>
        <p:spPr>
          <a:xfrm>
            <a:off x="6824049" y="5939796"/>
            <a:ext cx="371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Tensor Similarity</a:t>
            </a:r>
          </a:p>
        </p:txBody>
      </p:sp>
      <p:sp>
        <p:nvSpPr>
          <p:cNvPr id="739" name="Double Bracket 738">
            <a:extLst>
              <a:ext uri="{FF2B5EF4-FFF2-40B4-BE49-F238E27FC236}">
                <a16:creationId xmlns:a16="http://schemas.microsoft.com/office/drawing/2014/main" id="{8313762E-555F-D460-76AD-7E375E3AFD10}"/>
              </a:ext>
            </a:extLst>
          </p:cNvPr>
          <p:cNvSpPr/>
          <p:nvPr/>
        </p:nvSpPr>
        <p:spPr>
          <a:xfrm>
            <a:off x="14772611" y="1666901"/>
            <a:ext cx="584200" cy="124274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1" name="TextBox 740">
                <a:extLst>
                  <a:ext uri="{FF2B5EF4-FFF2-40B4-BE49-F238E27FC236}">
                    <a16:creationId xmlns:a16="http://schemas.microsoft.com/office/drawing/2014/main" id="{40CE4CFC-E9C6-9C45-BEA7-8DC13964CBD8}"/>
                  </a:ext>
                </a:extLst>
              </p:cNvPr>
              <p:cNvSpPr txBox="1"/>
              <p:nvPr/>
            </p:nvSpPr>
            <p:spPr>
              <a:xfrm>
                <a:off x="14766280" y="1685155"/>
                <a:ext cx="709507" cy="396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1" name="TextBox 740">
                <a:extLst>
                  <a:ext uri="{FF2B5EF4-FFF2-40B4-BE49-F238E27FC236}">
                    <a16:creationId xmlns:a16="http://schemas.microsoft.com/office/drawing/2014/main" id="{40CE4CFC-E9C6-9C45-BEA7-8DC13964C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6280" y="1685155"/>
                <a:ext cx="709507" cy="396712"/>
              </a:xfrm>
              <a:prstGeom prst="rect">
                <a:avLst/>
              </a:prstGeom>
              <a:blipFill>
                <a:blip r:embed="rId4"/>
                <a:stretch>
                  <a:fillRect t="-6061" r="-7018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2" name="TextBox 741">
                <a:extLst>
                  <a:ext uri="{FF2B5EF4-FFF2-40B4-BE49-F238E27FC236}">
                    <a16:creationId xmlns:a16="http://schemas.microsoft.com/office/drawing/2014/main" id="{96E3C29F-280D-E65F-5147-3343ADFF7F09}"/>
                  </a:ext>
                </a:extLst>
              </p:cNvPr>
              <p:cNvSpPr txBox="1"/>
              <p:nvPr/>
            </p:nvSpPr>
            <p:spPr>
              <a:xfrm>
                <a:off x="14727924" y="2506583"/>
                <a:ext cx="709507" cy="403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2" name="TextBox 741">
                <a:extLst>
                  <a:ext uri="{FF2B5EF4-FFF2-40B4-BE49-F238E27FC236}">
                    <a16:creationId xmlns:a16="http://schemas.microsoft.com/office/drawing/2014/main" id="{96E3C29F-280D-E65F-5147-3343ADFF7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7924" y="2506583"/>
                <a:ext cx="709507" cy="403059"/>
              </a:xfrm>
              <a:prstGeom prst="rect">
                <a:avLst/>
              </a:prstGeom>
              <a:blipFill>
                <a:blip r:embed="rId5"/>
                <a:stretch>
                  <a:fillRect t="-6250" r="-10526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3" name="Oval 742">
            <a:extLst>
              <a:ext uri="{FF2B5EF4-FFF2-40B4-BE49-F238E27FC236}">
                <a16:creationId xmlns:a16="http://schemas.microsoft.com/office/drawing/2014/main" id="{33A31C3A-BAFF-FA8E-9787-FED875225A39}"/>
              </a:ext>
            </a:extLst>
          </p:cNvPr>
          <p:cNvSpPr/>
          <p:nvPr/>
        </p:nvSpPr>
        <p:spPr>
          <a:xfrm>
            <a:off x="15039567" y="2101139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744" name="Oval 743">
            <a:extLst>
              <a:ext uri="{FF2B5EF4-FFF2-40B4-BE49-F238E27FC236}">
                <a16:creationId xmlns:a16="http://schemas.microsoft.com/office/drawing/2014/main" id="{D8965913-1586-A8A1-D5DC-8809D2D58555}"/>
              </a:ext>
            </a:extLst>
          </p:cNvPr>
          <p:cNvSpPr/>
          <p:nvPr/>
        </p:nvSpPr>
        <p:spPr>
          <a:xfrm>
            <a:off x="15039567" y="2253539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745" name="Oval 744">
            <a:extLst>
              <a:ext uri="{FF2B5EF4-FFF2-40B4-BE49-F238E27FC236}">
                <a16:creationId xmlns:a16="http://schemas.microsoft.com/office/drawing/2014/main" id="{5704F20C-D00F-99CF-758C-D43262246C38}"/>
              </a:ext>
            </a:extLst>
          </p:cNvPr>
          <p:cNvSpPr/>
          <p:nvPr/>
        </p:nvSpPr>
        <p:spPr>
          <a:xfrm>
            <a:off x="15039567" y="2405939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755" name="Right Arrow 754">
            <a:extLst>
              <a:ext uri="{FF2B5EF4-FFF2-40B4-BE49-F238E27FC236}">
                <a16:creationId xmlns:a16="http://schemas.microsoft.com/office/drawing/2014/main" id="{63E8870C-8332-E9B5-ED97-B498767A42B4}"/>
              </a:ext>
            </a:extLst>
          </p:cNvPr>
          <p:cNvSpPr/>
          <p:nvPr/>
        </p:nvSpPr>
        <p:spPr>
          <a:xfrm>
            <a:off x="12193786" y="2189566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6" name="TextBox 755">
            <a:extLst>
              <a:ext uri="{FF2B5EF4-FFF2-40B4-BE49-F238E27FC236}">
                <a16:creationId xmlns:a16="http://schemas.microsoft.com/office/drawing/2014/main" id="{F18D4EDD-2AE3-108B-26FF-A09467DE6769}"/>
              </a:ext>
            </a:extLst>
          </p:cNvPr>
          <p:cNvSpPr txBox="1"/>
          <p:nvPr/>
        </p:nvSpPr>
        <p:spPr>
          <a:xfrm>
            <a:off x="12200303" y="1853419"/>
            <a:ext cx="1074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Flatten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weights matrices</a:t>
            </a:r>
          </a:p>
        </p:txBody>
      </p:sp>
      <p:sp>
        <p:nvSpPr>
          <p:cNvPr id="757" name="Right Arrow 756">
            <a:extLst>
              <a:ext uri="{FF2B5EF4-FFF2-40B4-BE49-F238E27FC236}">
                <a16:creationId xmlns:a16="http://schemas.microsoft.com/office/drawing/2014/main" id="{5BB229CB-1EDB-9F2F-1E5A-FFF01589CE9E}"/>
              </a:ext>
            </a:extLst>
          </p:cNvPr>
          <p:cNvSpPr/>
          <p:nvPr/>
        </p:nvSpPr>
        <p:spPr>
          <a:xfrm>
            <a:off x="17323330" y="2216606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" name="TextBox 757">
            <a:extLst>
              <a:ext uri="{FF2B5EF4-FFF2-40B4-BE49-F238E27FC236}">
                <a16:creationId xmlns:a16="http://schemas.microsoft.com/office/drawing/2014/main" id="{337D39DE-A929-A0A7-55C6-C57C0BC98E41}"/>
              </a:ext>
            </a:extLst>
          </p:cNvPr>
          <p:cNvSpPr txBox="1"/>
          <p:nvPr/>
        </p:nvSpPr>
        <p:spPr>
          <a:xfrm>
            <a:off x="17100009" y="1626813"/>
            <a:ext cx="16132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Frobenius norm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(angle in weight space)</a:t>
            </a:r>
          </a:p>
        </p:txBody>
      </p:sp>
      <p:sp>
        <p:nvSpPr>
          <p:cNvPr id="762" name="Right Arrow 761">
            <a:extLst>
              <a:ext uri="{FF2B5EF4-FFF2-40B4-BE49-F238E27FC236}">
                <a16:creationId xmlns:a16="http://schemas.microsoft.com/office/drawing/2014/main" id="{676A2793-16D6-57D7-C5AA-4ACF62999759}"/>
              </a:ext>
            </a:extLst>
          </p:cNvPr>
          <p:cNvSpPr/>
          <p:nvPr/>
        </p:nvSpPr>
        <p:spPr>
          <a:xfrm>
            <a:off x="11091946" y="4601448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3" name="TextBox 762">
            <a:extLst>
              <a:ext uri="{FF2B5EF4-FFF2-40B4-BE49-F238E27FC236}">
                <a16:creationId xmlns:a16="http://schemas.microsoft.com/office/drawing/2014/main" id="{5364A91D-6653-EC50-11BF-556DE357E2A4}"/>
              </a:ext>
            </a:extLst>
          </p:cNvPr>
          <p:cNvSpPr txBox="1"/>
          <p:nvPr/>
        </p:nvSpPr>
        <p:spPr>
          <a:xfrm>
            <a:off x="10757966" y="4254611"/>
            <a:ext cx="17827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Flatten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output matrices</a:t>
            </a:r>
          </a:p>
        </p:txBody>
      </p:sp>
      <p:sp>
        <p:nvSpPr>
          <p:cNvPr id="411" name="Right Arrow 410">
            <a:extLst>
              <a:ext uri="{FF2B5EF4-FFF2-40B4-BE49-F238E27FC236}">
                <a16:creationId xmlns:a16="http://schemas.microsoft.com/office/drawing/2014/main" id="{B6AAB34F-7DFB-B049-4730-223FC5E566B6}"/>
              </a:ext>
            </a:extLst>
          </p:cNvPr>
          <p:cNvSpPr/>
          <p:nvPr/>
        </p:nvSpPr>
        <p:spPr>
          <a:xfrm>
            <a:off x="16728469" y="4690053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E5690A81-08BB-FF9F-DA3D-B2E3B663ED0F}"/>
              </a:ext>
            </a:extLst>
          </p:cNvPr>
          <p:cNvSpPr txBox="1"/>
          <p:nvPr/>
        </p:nvSpPr>
        <p:spPr>
          <a:xfrm>
            <a:off x="16444442" y="4047265"/>
            <a:ext cx="16327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Frobenius norm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(angle in output space)</a:t>
            </a:r>
          </a:p>
          <a:p>
            <a:pPr algn="ctr"/>
            <a:endParaRPr lang="en-US" dirty="0"/>
          </a:p>
        </p:txBody>
      </p:sp>
      <p:sp>
        <p:nvSpPr>
          <p:cNvPr id="419" name="Right Arrow 418">
            <a:extLst>
              <a:ext uri="{FF2B5EF4-FFF2-40B4-BE49-F238E27FC236}">
                <a16:creationId xmlns:a16="http://schemas.microsoft.com/office/drawing/2014/main" id="{A7A5B339-2974-6DDE-AA3B-A817EA408603}"/>
              </a:ext>
            </a:extLst>
          </p:cNvPr>
          <p:cNvSpPr/>
          <p:nvPr/>
        </p:nvSpPr>
        <p:spPr>
          <a:xfrm>
            <a:off x="11164003" y="7109058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4CE4F4FF-0F6E-C06A-307E-EEF8094DDCE5}"/>
              </a:ext>
            </a:extLst>
          </p:cNvPr>
          <p:cNvSpPr txBox="1"/>
          <p:nvPr/>
        </p:nvSpPr>
        <p:spPr>
          <a:xfrm>
            <a:off x="11007672" y="6750629"/>
            <a:ext cx="1273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Calculate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interaction tensors </a:t>
            </a:r>
          </a:p>
        </p:txBody>
      </p:sp>
      <p:sp>
        <p:nvSpPr>
          <p:cNvPr id="423" name="Right Arrow 422">
            <a:extLst>
              <a:ext uri="{FF2B5EF4-FFF2-40B4-BE49-F238E27FC236}">
                <a16:creationId xmlns:a16="http://schemas.microsoft.com/office/drawing/2014/main" id="{F7A3F4FF-250C-1AF9-453D-726FC710A2CB}"/>
              </a:ext>
            </a:extLst>
          </p:cNvPr>
          <p:cNvSpPr/>
          <p:nvPr/>
        </p:nvSpPr>
        <p:spPr>
          <a:xfrm>
            <a:off x="16728469" y="7057333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4E8B1595-FCC9-0DA6-144D-BB9B4B252F07}"/>
              </a:ext>
            </a:extLst>
          </p:cNvPr>
          <p:cNvSpPr txBox="1"/>
          <p:nvPr/>
        </p:nvSpPr>
        <p:spPr>
          <a:xfrm>
            <a:off x="16334067" y="6681127"/>
            <a:ext cx="18487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Tensor similarity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(angle in Gaussian input space)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EF76D6FB-BC9D-17A9-085A-D38BF61022A0}"/>
                  </a:ext>
                </a:extLst>
              </p:cNvPr>
              <p:cNvSpPr txBox="1"/>
              <p:nvPr/>
            </p:nvSpPr>
            <p:spPr>
              <a:xfrm>
                <a:off x="12068519" y="7021128"/>
                <a:ext cx="1166855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  <m:r>
                        <a:rPr lang="en-GB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ar-AE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EF76D6FB-BC9D-17A9-085A-D38BF6102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8519" y="7021128"/>
                <a:ext cx="1166855" cy="375552"/>
              </a:xfrm>
              <a:prstGeom prst="rect">
                <a:avLst/>
              </a:prstGeom>
              <a:blipFill>
                <a:blip r:embed="rId6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8" name="Double Bracket 427">
            <a:extLst>
              <a:ext uri="{FF2B5EF4-FFF2-40B4-BE49-F238E27FC236}">
                <a16:creationId xmlns:a16="http://schemas.microsoft.com/office/drawing/2014/main" id="{453CB238-87AD-0E45-D71F-73DDDFCE4ACE}"/>
              </a:ext>
            </a:extLst>
          </p:cNvPr>
          <p:cNvSpPr/>
          <p:nvPr/>
        </p:nvSpPr>
        <p:spPr>
          <a:xfrm>
            <a:off x="13002476" y="6855975"/>
            <a:ext cx="889987" cy="13796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2" name="Double Bracket 431">
            <a:extLst>
              <a:ext uri="{FF2B5EF4-FFF2-40B4-BE49-F238E27FC236}">
                <a16:creationId xmlns:a16="http://schemas.microsoft.com/office/drawing/2014/main" id="{0F12E093-6847-82AE-4052-27A958D770C0}"/>
              </a:ext>
            </a:extLst>
          </p:cNvPr>
          <p:cNvSpPr/>
          <p:nvPr/>
        </p:nvSpPr>
        <p:spPr>
          <a:xfrm>
            <a:off x="13364610" y="6401461"/>
            <a:ext cx="848695" cy="13796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9" name="Straight Connector 778">
            <a:extLst>
              <a:ext uri="{FF2B5EF4-FFF2-40B4-BE49-F238E27FC236}">
                <a16:creationId xmlns:a16="http://schemas.microsoft.com/office/drawing/2014/main" id="{229038E0-1016-4D80-4390-D920BD71D38C}"/>
              </a:ext>
            </a:extLst>
          </p:cNvPr>
          <p:cNvCxnSpPr>
            <a:cxnSpLocks/>
          </p:cNvCxnSpPr>
          <p:nvPr/>
        </p:nvCxnSpPr>
        <p:spPr>
          <a:xfrm flipV="1">
            <a:off x="13038586" y="6443330"/>
            <a:ext cx="374386" cy="456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0D2395F7-D725-05BD-6C4B-A53AC1B3C735}"/>
              </a:ext>
            </a:extLst>
          </p:cNvPr>
          <p:cNvCxnSpPr>
            <a:cxnSpLocks/>
          </p:cNvCxnSpPr>
          <p:nvPr/>
        </p:nvCxnSpPr>
        <p:spPr>
          <a:xfrm flipV="1">
            <a:off x="13850011" y="6443330"/>
            <a:ext cx="333822" cy="467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784">
            <a:extLst>
              <a:ext uri="{FF2B5EF4-FFF2-40B4-BE49-F238E27FC236}">
                <a16:creationId xmlns:a16="http://schemas.microsoft.com/office/drawing/2014/main" id="{9D7E05DB-AC06-A301-F051-FAF93C67A04E}"/>
              </a:ext>
            </a:extLst>
          </p:cNvPr>
          <p:cNvCxnSpPr>
            <a:cxnSpLocks/>
          </p:cNvCxnSpPr>
          <p:nvPr/>
        </p:nvCxnSpPr>
        <p:spPr>
          <a:xfrm flipV="1">
            <a:off x="13041152" y="7740502"/>
            <a:ext cx="371820" cy="459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Straight Connector 785">
            <a:extLst>
              <a:ext uri="{FF2B5EF4-FFF2-40B4-BE49-F238E27FC236}">
                <a16:creationId xmlns:a16="http://schemas.microsoft.com/office/drawing/2014/main" id="{DABB4166-373E-DAFA-8B2F-F1E09D0A0F02}"/>
              </a:ext>
            </a:extLst>
          </p:cNvPr>
          <p:cNvCxnSpPr>
            <a:cxnSpLocks/>
          </p:cNvCxnSpPr>
          <p:nvPr/>
        </p:nvCxnSpPr>
        <p:spPr>
          <a:xfrm flipV="1">
            <a:off x="13836700" y="7751135"/>
            <a:ext cx="325867" cy="4486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3" name="TextBox 792">
                <a:extLst>
                  <a:ext uri="{FF2B5EF4-FFF2-40B4-BE49-F238E27FC236}">
                    <a16:creationId xmlns:a16="http://schemas.microsoft.com/office/drawing/2014/main" id="{B56566F8-9086-4D50-5CEA-BDBE8ADB9D63}"/>
                  </a:ext>
                </a:extLst>
              </p:cNvPr>
              <p:cNvSpPr txBox="1"/>
              <p:nvPr/>
            </p:nvSpPr>
            <p:spPr>
              <a:xfrm>
                <a:off x="14164019" y="7021128"/>
                <a:ext cx="1166855" cy="380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r>
                        <a:rPr lang="en-GB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ar-AE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93" name="TextBox 792">
                <a:extLst>
                  <a:ext uri="{FF2B5EF4-FFF2-40B4-BE49-F238E27FC236}">
                    <a16:creationId xmlns:a16="http://schemas.microsoft.com/office/drawing/2014/main" id="{B56566F8-9086-4D50-5CEA-BDBE8ADB9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4019" y="7021128"/>
                <a:ext cx="1166855" cy="380553"/>
              </a:xfrm>
              <a:prstGeom prst="rect">
                <a:avLst/>
              </a:prstGeom>
              <a:blipFill>
                <a:blip r:embed="rId7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0" name="Double Bracket 799">
            <a:extLst>
              <a:ext uri="{FF2B5EF4-FFF2-40B4-BE49-F238E27FC236}">
                <a16:creationId xmlns:a16="http://schemas.microsoft.com/office/drawing/2014/main" id="{BD716883-17E6-0347-0913-36B6C209753A}"/>
              </a:ext>
            </a:extLst>
          </p:cNvPr>
          <p:cNvSpPr/>
          <p:nvPr/>
        </p:nvSpPr>
        <p:spPr>
          <a:xfrm>
            <a:off x="15069401" y="6855975"/>
            <a:ext cx="889987" cy="13796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" name="Double Bracket 800">
            <a:extLst>
              <a:ext uri="{FF2B5EF4-FFF2-40B4-BE49-F238E27FC236}">
                <a16:creationId xmlns:a16="http://schemas.microsoft.com/office/drawing/2014/main" id="{297F54DD-B1CD-337C-E426-569DCA33C817}"/>
              </a:ext>
            </a:extLst>
          </p:cNvPr>
          <p:cNvSpPr/>
          <p:nvPr/>
        </p:nvSpPr>
        <p:spPr>
          <a:xfrm>
            <a:off x="15431535" y="6401461"/>
            <a:ext cx="848695" cy="13796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2" name="Straight Connector 801">
            <a:extLst>
              <a:ext uri="{FF2B5EF4-FFF2-40B4-BE49-F238E27FC236}">
                <a16:creationId xmlns:a16="http://schemas.microsoft.com/office/drawing/2014/main" id="{67530C3E-6BAB-9187-5ECC-0D2AA35B5C91}"/>
              </a:ext>
            </a:extLst>
          </p:cNvPr>
          <p:cNvCxnSpPr>
            <a:cxnSpLocks/>
          </p:cNvCxnSpPr>
          <p:nvPr/>
        </p:nvCxnSpPr>
        <p:spPr>
          <a:xfrm flipV="1">
            <a:off x="15105511" y="6443330"/>
            <a:ext cx="374386" cy="456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Straight Connector 802">
            <a:extLst>
              <a:ext uri="{FF2B5EF4-FFF2-40B4-BE49-F238E27FC236}">
                <a16:creationId xmlns:a16="http://schemas.microsoft.com/office/drawing/2014/main" id="{F2500284-CA13-18C0-49EF-6C600A254F61}"/>
              </a:ext>
            </a:extLst>
          </p:cNvPr>
          <p:cNvCxnSpPr>
            <a:cxnSpLocks/>
          </p:cNvCxnSpPr>
          <p:nvPr/>
        </p:nvCxnSpPr>
        <p:spPr>
          <a:xfrm flipV="1">
            <a:off x="15916936" y="6443330"/>
            <a:ext cx="333822" cy="467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Connector 803">
            <a:extLst>
              <a:ext uri="{FF2B5EF4-FFF2-40B4-BE49-F238E27FC236}">
                <a16:creationId xmlns:a16="http://schemas.microsoft.com/office/drawing/2014/main" id="{B3BDE88F-1436-BD28-84B5-410CC3D1B3C2}"/>
              </a:ext>
            </a:extLst>
          </p:cNvPr>
          <p:cNvCxnSpPr>
            <a:cxnSpLocks/>
          </p:cNvCxnSpPr>
          <p:nvPr/>
        </p:nvCxnSpPr>
        <p:spPr>
          <a:xfrm flipV="1">
            <a:off x="15108077" y="7740502"/>
            <a:ext cx="371820" cy="459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804">
            <a:extLst>
              <a:ext uri="{FF2B5EF4-FFF2-40B4-BE49-F238E27FC236}">
                <a16:creationId xmlns:a16="http://schemas.microsoft.com/office/drawing/2014/main" id="{ABB72EE8-FB98-AAA1-9ED6-03F23512D66E}"/>
              </a:ext>
            </a:extLst>
          </p:cNvPr>
          <p:cNvCxnSpPr>
            <a:cxnSpLocks/>
          </p:cNvCxnSpPr>
          <p:nvPr/>
        </p:nvCxnSpPr>
        <p:spPr>
          <a:xfrm flipV="1">
            <a:off x="15903625" y="7751135"/>
            <a:ext cx="325867" cy="4486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3289F21-4E7D-1A1B-6656-D44EF09F4D6B}"/>
              </a:ext>
            </a:extLst>
          </p:cNvPr>
          <p:cNvSpPr/>
          <p:nvPr/>
        </p:nvSpPr>
        <p:spPr>
          <a:xfrm>
            <a:off x="9029254" y="193500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B98891-077C-3595-C5AF-6A7AB2B8E811}"/>
              </a:ext>
            </a:extLst>
          </p:cNvPr>
          <p:cNvSpPr/>
          <p:nvPr/>
        </p:nvSpPr>
        <p:spPr>
          <a:xfrm>
            <a:off x="9029254" y="2309808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7AC378A-6FAA-C549-310B-BEEC4885A074}"/>
              </a:ext>
            </a:extLst>
          </p:cNvPr>
          <p:cNvSpPr/>
          <p:nvPr/>
        </p:nvSpPr>
        <p:spPr>
          <a:xfrm>
            <a:off x="9029254" y="268461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31FCD06-53F7-A54B-6E13-8184369E6C4B}"/>
              </a:ext>
            </a:extLst>
          </p:cNvPr>
          <p:cNvSpPr/>
          <p:nvPr/>
        </p:nvSpPr>
        <p:spPr>
          <a:xfrm>
            <a:off x="9512177" y="213219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428348-4EAA-A4B7-77DA-DCF33979E8A0}"/>
              </a:ext>
            </a:extLst>
          </p:cNvPr>
          <p:cNvSpPr/>
          <p:nvPr/>
        </p:nvSpPr>
        <p:spPr>
          <a:xfrm>
            <a:off x="9512177" y="2508533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FE4C9D8-11E8-60A0-8F86-DB2B030BD2BB}"/>
              </a:ext>
            </a:extLst>
          </p:cNvPr>
          <p:cNvSpPr/>
          <p:nvPr/>
        </p:nvSpPr>
        <p:spPr>
          <a:xfrm>
            <a:off x="9512176" y="2884868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E569FE-59C5-D103-05ED-B0DBC2625767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>
            <a:off x="9153330" y="1997043"/>
            <a:ext cx="358846" cy="19719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00B255-5CB4-1635-539F-5F4DBCB60926}"/>
              </a:ext>
            </a:extLst>
          </p:cNvPr>
          <p:cNvCxnSpPr>
            <a:cxnSpLocks/>
            <a:stCxn id="10" idx="6"/>
            <a:endCxn id="17" idx="2"/>
          </p:cNvCxnSpPr>
          <p:nvPr/>
        </p:nvCxnSpPr>
        <p:spPr>
          <a:xfrm>
            <a:off x="9153330" y="1997043"/>
            <a:ext cx="358846" cy="57352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3FF4679-0167-9EB4-5698-CD1290696A63}"/>
              </a:ext>
            </a:extLst>
          </p:cNvPr>
          <p:cNvCxnSpPr>
            <a:cxnSpLocks/>
            <a:stCxn id="10" idx="6"/>
            <a:endCxn id="19" idx="2"/>
          </p:cNvCxnSpPr>
          <p:nvPr/>
        </p:nvCxnSpPr>
        <p:spPr>
          <a:xfrm>
            <a:off x="9153331" y="1997044"/>
            <a:ext cx="358845" cy="94986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C244AB6-4C9C-5E23-FCFB-B721F762DB25}"/>
              </a:ext>
            </a:extLst>
          </p:cNvPr>
          <p:cNvCxnSpPr>
            <a:cxnSpLocks/>
            <a:stCxn id="11" idx="6"/>
            <a:endCxn id="16" idx="2"/>
          </p:cNvCxnSpPr>
          <p:nvPr/>
        </p:nvCxnSpPr>
        <p:spPr>
          <a:xfrm flipV="1">
            <a:off x="9153330" y="2194238"/>
            <a:ext cx="358846" cy="177609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AEF6AA-0869-3273-564D-39CD17B25B3B}"/>
              </a:ext>
            </a:extLst>
          </p:cNvPr>
          <p:cNvCxnSpPr>
            <a:cxnSpLocks/>
            <a:stCxn id="11" idx="6"/>
            <a:endCxn id="17" idx="2"/>
          </p:cNvCxnSpPr>
          <p:nvPr/>
        </p:nvCxnSpPr>
        <p:spPr>
          <a:xfrm>
            <a:off x="9153330" y="2371847"/>
            <a:ext cx="358846" cy="198725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012AC3C-3C7F-864F-E4E9-56C69A66CBA3}"/>
              </a:ext>
            </a:extLst>
          </p:cNvPr>
          <p:cNvCxnSpPr>
            <a:cxnSpLocks/>
            <a:stCxn id="15" idx="6"/>
            <a:endCxn id="19" idx="2"/>
          </p:cNvCxnSpPr>
          <p:nvPr/>
        </p:nvCxnSpPr>
        <p:spPr>
          <a:xfrm>
            <a:off x="9153331" y="2746650"/>
            <a:ext cx="358845" cy="20025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81D6E4A-9664-CC3C-9DCE-20BC500D667E}"/>
              </a:ext>
            </a:extLst>
          </p:cNvPr>
          <p:cNvCxnSpPr>
            <a:cxnSpLocks/>
            <a:stCxn id="11" idx="6"/>
            <a:endCxn id="19" idx="2"/>
          </p:cNvCxnSpPr>
          <p:nvPr/>
        </p:nvCxnSpPr>
        <p:spPr>
          <a:xfrm>
            <a:off x="9153331" y="2371846"/>
            <a:ext cx="358845" cy="5750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8EAD6F8-029F-B13E-E2F7-87C0D98A93F6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 flipV="1">
            <a:off x="9153330" y="2194237"/>
            <a:ext cx="358846" cy="55241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FB28E23-4921-CF65-C5A0-B31F12A9EDFF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 flipV="1">
            <a:off x="9153330" y="2570571"/>
            <a:ext cx="358846" cy="17607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6B75CD27-E7C3-96EF-C2E4-EE95FAF3760D}"/>
              </a:ext>
            </a:extLst>
          </p:cNvPr>
          <p:cNvSpPr/>
          <p:nvPr/>
        </p:nvSpPr>
        <p:spPr>
          <a:xfrm>
            <a:off x="9512177" y="175586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E20B556-D454-F64E-600F-3E8F7A0916F8}"/>
              </a:ext>
            </a:extLst>
          </p:cNvPr>
          <p:cNvCxnSpPr>
            <a:cxnSpLocks/>
            <a:stCxn id="10" idx="6"/>
            <a:endCxn id="38" idx="2"/>
          </p:cNvCxnSpPr>
          <p:nvPr/>
        </p:nvCxnSpPr>
        <p:spPr>
          <a:xfrm flipV="1">
            <a:off x="9153330" y="1817903"/>
            <a:ext cx="358846" cy="17914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294B8E0-40D0-54AC-C5C3-E68D1553070C}"/>
              </a:ext>
            </a:extLst>
          </p:cNvPr>
          <p:cNvCxnSpPr>
            <a:cxnSpLocks/>
            <a:stCxn id="11" idx="6"/>
            <a:endCxn id="38" idx="2"/>
          </p:cNvCxnSpPr>
          <p:nvPr/>
        </p:nvCxnSpPr>
        <p:spPr>
          <a:xfrm flipV="1">
            <a:off x="9153330" y="1817904"/>
            <a:ext cx="358846" cy="55394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D75BA09-7FA8-2E0E-75B9-2DEBC319415D}"/>
              </a:ext>
            </a:extLst>
          </p:cNvPr>
          <p:cNvCxnSpPr>
            <a:cxnSpLocks/>
            <a:stCxn id="15" idx="6"/>
            <a:endCxn id="38" idx="2"/>
          </p:cNvCxnSpPr>
          <p:nvPr/>
        </p:nvCxnSpPr>
        <p:spPr>
          <a:xfrm flipV="1">
            <a:off x="9153330" y="1817903"/>
            <a:ext cx="358846" cy="92874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5788193C-B510-42CD-8092-02F0119F01ED}"/>
              </a:ext>
            </a:extLst>
          </p:cNvPr>
          <p:cNvSpPr/>
          <p:nvPr/>
        </p:nvSpPr>
        <p:spPr>
          <a:xfrm>
            <a:off x="9995101" y="193500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4940B41-DC2F-7C93-29AB-5BDA7E709758}"/>
              </a:ext>
            </a:extLst>
          </p:cNvPr>
          <p:cNvSpPr/>
          <p:nvPr/>
        </p:nvSpPr>
        <p:spPr>
          <a:xfrm>
            <a:off x="9995101" y="2309808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3A30620-5897-EA60-2897-25882735C055}"/>
              </a:ext>
            </a:extLst>
          </p:cNvPr>
          <p:cNvSpPr/>
          <p:nvPr/>
        </p:nvSpPr>
        <p:spPr>
          <a:xfrm>
            <a:off x="9995101" y="268461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62583CE-98C7-D3EE-6304-81EA691C1711}"/>
              </a:ext>
            </a:extLst>
          </p:cNvPr>
          <p:cNvCxnSpPr>
            <a:cxnSpLocks/>
            <a:stCxn id="38" idx="6"/>
            <a:endCxn id="47" idx="2"/>
          </p:cNvCxnSpPr>
          <p:nvPr/>
        </p:nvCxnSpPr>
        <p:spPr>
          <a:xfrm>
            <a:off x="9636254" y="1817903"/>
            <a:ext cx="358847" cy="17914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2FBBACDF-7192-AD65-1D0D-E2606B862202}"/>
              </a:ext>
            </a:extLst>
          </p:cNvPr>
          <p:cNvCxnSpPr>
            <a:cxnSpLocks/>
            <a:stCxn id="16" idx="6"/>
            <a:endCxn id="47" idx="2"/>
          </p:cNvCxnSpPr>
          <p:nvPr/>
        </p:nvCxnSpPr>
        <p:spPr>
          <a:xfrm flipV="1">
            <a:off x="9636254" y="1997043"/>
            <a:ext cx="358847" cy="19719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Arrow Connector 450">
            <a:extLst>
              <a:ext uri="{FF2B5EF4-FFF2-40B4-BE49-F238E27FC236}">
                <a16:creationId xmlns:a16="http://schemas.microsoft.com/office/drawing/2014/main" id="{015A8B65-01BE-F92C-3F97-FC53AB4D6177}"/>
              </a:ext>
            </a:extLst>
          </p:cNvPr>
          <p:cNvCxnSpPr>
            <a:cxnSpLocks/>
            <a:stCxn id="17" idx="6"/>
            <a:endCxn id="47" idx="2"/>
          </p:cNvCxnSpPr>
          <p:nvPr/>
        </p:nvCxnSpPr>
        <p:spPr>
          <a:xfrm flipV="1">
            <a:off x="9636254" y="1997043"/>
            <a:ext cx="358847" cy="57352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2C9FF726-D5F8-621C-C34F-CBFF0881940C}"/>
              </a:ext>
            </a:extLst>
          </p:cNvPr>
          <p:cNvCxnSpPr>
            <a:cxnSpLocks/>
            <a:stCxn id="19" idx="6"/>
            <a:endCxn id="47" idx="2"/>
          </p:cNvCxnSpPr>
          <p:nvPr/>
        </p:nvCxnSpPr>
        <p:spPr>
          <a:xfrm flipV="1">
            <a:off x="9636252" y="1997044"/>
            <a:ext cx="358848" cy="94986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F40406EC-FD54-22B7-91FC-F06DD6D5FD94}"/>
              </a:ext>
            </a:extLst>
          </p:cNvPr>
          <p:cNvCxnSpPr>
            <a:cxnSpLocks/>
            <a:stCxn id="19" idx="6"/>
            <a:endCxn id="50" idx="2"/>
          </p:cNvCxnSpPr>
          <p:nvPr/>
        </p:nvCxnSpPr>
        <p:spPr>
          <a:xfrm flipV="1">
            <a:off x="9636252" y="2371846"/>
            <a:ext cx="358848" cy="5750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Arrow Connector 458">
            <a:extLst>
              <a:ext uri="{FF2B5EF4-FFF2-40B4-BE49-F238E27FC236}">
                <a16:creationId xmlns:a16="http://schemas.microsoft.com/office/drawing/2014/main" id="{4975B9BD-3069-46DA-F9C0-D92E00A48302}"/>
              </a:ext>
            </a:extLst>
          </p:cNvPr>
          <p:cNvCxnSpPr>
            <a:cxnSpLocks/>
            <a:stCxn id="17" idx="6"/>
            <a:endCxn id="51" idx="2"/>
          </p:cNvCxnSpPr>
          <p:nvPr/>
        </p:nvCxnSpPr>
        <p:spPr>
          <a:xfrm>
            <a:off x="9636254" y="2570571"/>
            <a:ext cx="358847" cy="176078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4D7F18B-162A-BE64-CD6A-A021347032C2}"/>
              </a:ext>
            </a:extLst>
          </p:cNvPr>
          <p:cNvCxnSpPr>
            <a:cxnSpLocks/>
            <a:stCxn id="38" idx="6"/>
            <a:endCxn id="51" idx="2"/>
          </p:cNvCxnSpPr>
          <p:nvPr/>
        </p:nvCxnSpPr>
        <p:spPr>
          <a:xfrm>
            <a:off x="9636254" y="1817903"/>
            <a:ext cx="358847" cy="92874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8B4CC0BB-AF6C-E08C-F37E-6BD0B9DCBCEC}"/>
              </a:ext>
            </a:extLst>
          </p:cNvPr>
          <p:cNvCxnSpPr>
            <a:cxnSpLocks/>
            <a:stCxn id="16" idx="6"/>
            <a:endCxn id="51" idx="2"/>
          </p:cNvCxnSpPr>
          <p:nvPr/>
        </p:nvCxnSpPr>
        <p:spPr>
          <a:xfrm>
            <a:off x="9636254" y="2194237"/>
            <a:ext cx="358847" cy="552412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6B0A8C3-5A30-4D04-F18F-4F5257F5FFF2}"/>
              </a:ext>
            </a:extLst>
          </p:cNvPr>
          <p:cNvCxnSpPr>
            <a:cxnSpLocks/>
            <a:stCxn id="19" idx="6"/>
            <a:endCxn id="51" idx="2"/>
          </p:cNvCxnSpPr>
          <p:nvPr/>
        </p:nvCxnSpPr>
        <p:spPr>
          <a:xfrm flipV="1">
            <a:off x="9636252" y="2746650"/>
            <a:ext cx="358848" cy="20025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7F14305-BC16-B890-643E-5E7DF492EF1D}"/>
              </a:ext>
            </a:extLst>
          </p:cNvPr>
          <p:cNvCxnSpPr>
            <a:cxnSpLocks/>
            <a:stCxn id="16" idx="6"/>
            <a:endCxn id="50" idx="2"/>
          </p:cNvCxnSpPr>
          <p:nvPr/>
        </p:nvCxnSpPr>
        <p:spPr>
          <a:xfrm>
            <a:off x="9636254" y="2194238"/>
            <a:ext cx="358847" cy="177609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7080750-361B-414A-1F0A-B0A0890C1831}"/>
              </a:ext>
            </a:extLst>
          </p:cNvPr>
          <p:cNvCxnSpPr>
            <a:cxnSpLocks/>
            <a:stCxn id="17" idx="6"/>
            <a:endCxn id="50" idx="2"/>
          </p:cNvCxnSpPr>
          <p:nvPr/>
        </p:nvCxnSpPr>
        <p:spPr>
          <a:xfrm flipV="1">
            <a:off x="9636254" y="2371847"/>
            <a:ext cx="358847" cy="198725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2420FC3-CE97-6B57-ED0F-3FE579145CBC}"/>
              </a:ext>
            </a:extLst>
          </p:cNvPr>
          <p:cNvCxnSpPr>
            <a:cxnSpLocks/>
            <a:stCxn id="38" idx="6"/>
            <a:endCxn id="50" idx="2"/>
          </p:cNvCxnSpPr>
          <p:nvPr/>
        </p:nvCxnSpPr>
        <p:spPr>
          <a:xfrm>
            <a:off x="9636254" y="1817904"/>
            <a:ext cx="358847" cy="55394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Oval 220">
            <a:extLst>
              <a:ext uri="{FF2B5EF4-FFF2-40B4-BE49-F238E27FC236}">
                <a16:creationId xmlns:a16="http://schemas.microsoft.com/office/drawing/2014/main" id="{02BAB030-4FA2-755D-019A-0A31DF3E5C38}"/>
              </a:ext>
            </a:extLst>
          </p:cNvPr>
          <p:cNvSpPr/>
          <p:nvPr/>
        </p:nvSpPr>
        <p:spPr>
          <a:xfrm>
            <a:off x="10565792" y="1938378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49D789DB-D859-09EE-3222-FC4857883DDB}"/>
              </a:ext>
            </a:extLst>
          </p:cNvPr>
          <p:cNvSpPr/>
          <p:nvPr/>
        </p:nvSpPr>
        <p:spPr>
          <a:xfrm>
            <a:off x="10565792" y="231318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FAB5D857-FBD3-D9D5-A7A8-9ABAF6A713A1}"/>
              </a:ext>
            </a:extLst>
          </p:cNvPr>
          <p:cNvSpPr/>
          <p:nvPr/>
        </p:nvSpPr>
        <p:spPr>
          <a:xfrm>
            <a:off x="10565792" y="268798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5AA135BD-EF59-7DE8-D19E-43DF28020BF9}"/>
              </a:ext>
            </a:extLst>
          </p:cNvPr>
          <p:cNvSpPr/>
          <p:nvPr/>
        </p:nvSpPr>
        <p:spPr>
          <a:xfrm>
            <a:off x="11048715" y="213557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818EB915-D6BC-DE1A-BBAE-E50E0A6B93A1}"/>
              </a:ext>
            </a:extLst>
          </p:cNvPr>
          <p:cNvSpPr/>
          <p:nvPr/>
        </p:nvSpPr>
        <p:spPr>
          <a:xfrm>
            <a:off x="11048715" y="251190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18C94806-9EA8-8365-CF89-C7113D54D6DE}"/>
              </a:ext>
            </a:extLst>
          </p:cNvPr>
          <p:cNvSpPr/>
          <p:nvPr/>
        </p:nvSpPr>
        <p:spPr>
          <a:xfrm>
            <a:off x="11048714" y="288824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365CA7DD-6D9C-5823-BB61-6E9CA0803BC0}"/>
              </a:ext>
            </a:extLst>
          </p:cNvPr>
          <p:cNvCxnSpPr>
            <a:cxnSpLocks/>
            <a:stCxn id="221" idx="6"/>
            <a:endCxn id="224" idx="2"/>
          </p:cNvCxnSpPr>
          <p:nvPr/>
        </p:nvCxnSpPr>
        <p:spPr>
          <a:xfrm>
            <a:off x="10689868" y="2000416"/>
            <a:ext cx="358846" cy="19719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43EB0F68-F87E-805E-6FBB-9186BEFB5559}"/>
              </a:ext>
            </a:extLst>
          </p:cNvPr>
          <p:cNvCxnSpPr>
            <a:cxnSpLocks/>
            <a:stCxn id="221" idx="6"/>
            <a:endCxn id="225" idx="2"/>
          </p:cNvCxnSpPr>
          <p:nvPr/>
        </p:nvCxnSpPr>
        <p:spPr>
          <a:xfrm>
            <a:off x="10689868" y="2000416"/>
            <a:ext cx="358846" cy="57352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9111985E-3CF9-8ACF-4E9F-04FE3AB48327}"/>
              </a:ext>
            </a:extLst>
          </p:cNvPr>
          <p:cNvCxnSpPr>
            <a:cxnSpLocks/>
            <a:stCxn id="221" idx="6"/>
            <a:endCxn id="226" idx="2"/>
          </p:cNvCxnSpPr>
          <p:nvPr/>
        </p:nvCxnSpPr>
        <p:spPr>
          <a:xfrm>
            <a:off x="10689869" y="2000417"/>
            <a:ext cx="358845" cy="94986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2619144D-97FC-DA9C-C990-7043F45AFB80}"/>
              </a:ext>
            </a:extLst>
          </p:cNvPr>
          <p:cNvCxnSpPr>
            <a:cxnSpLocks/>
            <a:stCxn id="222" idx="6"/>
            <a:endCxn id="224" idx="2"/>
          </p:cNvCxnSpPr>
          <p:nvPr/>
        </p:nvCxnSpPr>
        <p:spPr>
          <a:xfrm flipV="1">
            <a:off x="10689868" y="2197611"/>
            <a:ext cx="358846" cy="177609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5F9FEE39-6D2A-6266-4364-AD5781474B59}"/>
              </a:ext>
            </a:extLst>
          </p:cNvPr>
          <p:cNvCxnSpPr>
            <a:cxnSpLocks/>
            <a:stCxn id="222" idx="6"/>
            <a:endCxn id="225" idx="2"/>
          </p:cNvCxnSpPr>
          <p:nvPr/>
        </p:nvCxnSpPr>
        <p:spPr>
          <a:xfrm>
            <a:off x="10689868" y="2375220"/>
            <a:ext cx="358846" cy="19872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198FFABC-10D4-8CFC-F54C-76CD27683184}"/>
              </a:ext>
            </a:extLst>
          </p:cNvPr>
          <p:cNvCxnSpPr>
            <a:cxnSpLocks/>
            <a:stCxn id="223" idx="6"/>
            <a:endCxn id="226" idx="2"/>
          </p:cNvCxnSpPr>
          <p:nvPr/>
        </p:nvCxnSpPr>
        <p:spPr>
          <a:xfrm>
            <a:off x="10689869" y="2750023"/>
            <a:ext cx="358845" cy="20025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5B599998-5EA1-F7B3-5F6D-87648CD50A93}"/>
              </a:ext>
            </a:extLst>
          </p:cNvPr>
          <p:cNvCxnSpPr>
            <a:cxnSpLocks/>
            <a:stCxn id="222" idx="6"/>
            <a:endCxn id="226" idx="2"/>
          </p:cNvCxnSpPr>
          <p:nvPr/>
        </p:nvCxnSpPr>
        <p:spPr>
          <a:xfrm>
            <a:off x="10689869" y="2375219"/>
            <a:ext cx="358845" cy="5750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28281F45-48AF-69C3-9D68-FF3EFFDD5BA0}"/>
              </a:ext>
            </a:extLst>
          </p:cNvPr>
          <p:cNvCxnSpPr>
            <a:cxnSpLocks/>
            <a:stCxn id="223" idx="6"/>
            <a:endCxn id="224" idx="2"/>
          </p:cNvCxnSpPr>
          <p:nvPr/>
        </p:nvCxnSpPr>
        <p:spPr>
          <a:xfrm flipV="1">
            <a:off x="10689868" y="2197610"/>
            <a:ext cx="358846" cy="5524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8C95A367-AC0F-0B8A-7563-0FAF588B7EB8}"/>
              </a:ext>
            </a:extLst>
          </p:cNvPr>
          <p:cNvCxnSpPr>
            <a:cxnSpLocks/>
            <a:stCxn id="223" idx="6"/>
            <a:endCxn id="225" idx="2"/>
          </p:cNvCxnSpPr>
          <p:nvPr/>
        </p:nvCxnSpPr>
        <p:spPr>
          <a:xfrm flipV="1">
            <a:off x="10689868" y="2573944"/>
            <a:ext cx="358846" cy="17607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Oval 242">
            <a:extLst>
              <a:ext uri="{FF2B5EF4-FFF2-40B4-BE49-F238E27FC236}">
                <a16:creationId xmlns:a16="http://schemas.microsoft.com/office/drawing/2014/main" id="{14C067BB-3DD4-245A-FCAD-8302D789DB3F}"/>
              </a:ext>
            </a:extLst>
          </p:cNvPr>
          <p:cNvSpPr/>
          <p:nvPr/>
        </p:nvSpPr>
        <p:spPr>
          <a:xfrm>
            <a:off x="11048715" y="1759238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D8FE052B-B716-E00D-156C-9DABCEBFD0AD}"/>
              </a:ext>
            </a:extLst>
          </p:cNvPr>
          <p:cNvCxnSpPr>
            <a:cxnSpLocks/>
            <a:stCxn id="221" idx="6"/>
            <a:endCxn id="243" idx="2"/>
          </p:cNvCxnSpPr>
          <p:nvPr/>
        </p:nvCxnSpPr>
        <p:spPr>
          <a:xfrm flipV="1">
            <a:off x="10689868" y="1821276"/>
            <a:ext cx="358846" cy="17914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B9A84829-5B98-9477-BC07-300992A2CB52}"/>
              </a:ext>
            </a:extLst>
          </p:cNvPr>
          <p:cNvCxnSpPr>
            <a:cxnSpLocks/>
            <a:stCxn id="222" idx="6"/>
            <a:endCxn id="243" idx="2"/>
          </p:cNvCxnSpPr>
          <p:nvPr/>
        </p:nvCxnSpPr>
        <p:spPr>
          <a:xfrm flipV="1">
            <a:off x="10689868" y="1821277"/>
            <a:ext cx="358846" cy="5539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76D13CB8-6918-C335-7695-DAD5C8AFCCDD}"/>
              </a:ext>
            </a:extLst>
          </p:cNvPr>
          <p:cNvCxnSpPr>
            <a:cxnSpLocks/>
            <a:stCxn id="223" idx="6"/>
            <a:endCxn id="243" idx="2"/>
          </p:cNvCxnSpPr>
          <p:nvPr/>
        </p:nvCxnSpPr>
        <p:spPr>
          <a:xfrm flipV="1">
            <a:off x="10689868" y="1821276"/>
            <a:ext cx="358846" cy="92874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Oval 246">
            <a:extLst>
              <a:ext uri="{FF2B5EF4-FFF2-40B4-BE49-F238E27FC236}">
                <a16:creationId xmlns:a16="http://schemas.microsoft.com/office/drawing/2014/main" id="{7C083B1F-9F11-D298-2FE5-2549375A5EB5}"/>
              </a:ext>
            </a:extLst>
          </p:cNvPr>
          <p:cNvSpPr/>
          <p:nvPr/>
        </p:nvSpPr>
        <p:spPr>
          <a:xfrm>
            <a:off x="11531639" y="1938378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1A8ECBB1-B583-88D6-C651-980432220236}"/>
              </a:ext>
            </a:extLst>
          </p:cNvPr>
          <p:cNvSpPr/>
          <p:nvPr/>
        </p:nvSpPr>
        <p:spPr>
          <a:xfrm>
            <a:off x="11531639" y="231318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2D796C59-73A3-5AB0-2EFA-BE302B4608D8}"/>
              </a:ext>
            </a:extLst>
          </p:cNvPr>
          <p:cNvSpPr/>
          <p:nvPr/>
        </p:nvSpPr>
        <p:spPr>
          <a:xfrm>
            <a:off x="11531639" y="268798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DF6D657A-9BA4-2973-5E60-EA0D9B62A961}"/>
              </a:ext>
            </a:extLst>
          </p:cNvPr>
          <p:cNvCxnSpPr>
            <a:cxnSpLocks/>
            <a:stCxn id="243" idx="6"/>
            <a:endCxn id="247" idx="2"/>
          </p:cNvCxnSpPr>
          <p:nvPr/>
        </p:nvCxnSpPr>
        <p:spPr>
          <a:xfrm>
            <a:off x="11172792" y="1821276"/>
            <a:ext cx="358847" cy="17914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8ED3E01D-080F-7E50-2033-CC5D099472B8}"/>
              </a:ext>
            </a:extLst>
          </p:cNvPr>
          <p:cNvCxnSpPr>
            <a:cxnSpLocks/>
            <a:stCxn id="224" idx="6"/>
            <a:endCxn id="247" idx="2"/>
          </p:cNvCxnSpPr>
          <p:nvPr/>
        </p:nvCxnSpPr>
        <p:spPr>
          <a:xfrm flipV="1">
            <a:off x="11172792" y="2000416"/>
            <a:ext cx="358847" cy="19719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9E305459-57E7-610E-934E-FFCD4B616425}"/>
              </a:ext>
            </a:extLst>
          </p:cNvPr>
          <p:cNvCxnSpPr>
            <a:cxnSpLocks/>
            <a:stCxn id="225" idx="6"/>
            <a:endCxn id="247" idx="2"/>
          </p:cNvCxnSpPr>
          <p:nvPr/>
        </p:nvCxnSpPr>
        <p:spPr>
          <a:xfrm flipV="1">
            <a:off x="11172792" y="2000416"/>
            <a:ext cx="358847" cy="57352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A6587AC1-E38A-889C-D1CC-60842B48A71E}"/>
              </a:ext>
            </a:extLst>
          </p:cNvPr>
          <p:cNvCxnSpPr>
            <a:cxnSpLocks/>
            <a:stCxn id="226" idx="6"/>
            <a:endCxn id="247" idx="2"/>
          </p:cNvCxnSpPr>
          <p:nvPr/>
        </p:nvCxnSpPr>
        <p:spPr>
          <a:xfrm flipV="1">
            <a:off x="11172790" y="2000417"/>
            <a:ext cx="358848" cy="94986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A1F1CFAE-B43C-C75E-C44E-CBC688C05BC9}"/>
              </a:ext>
            </a:extLst>
          </p:cNvPr>
          <p:cNvCxnSpPr>
            <a:cxnSpLocks/>
            <a:stCxn id="226" idx="6"/>
            <a:endCxn id="248" idx="2"/>
          </p:cNvCxnSpPr>
          <p:nvPr/>
        </p:nvCxnSpPr>
        <p:spPr>
          <a:xfrm flipV="1">
            <a:off x="11172790" y="2375219"/>
            <a:ext cx="358848" cy="5750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4F291D29-C9B6-6355-A1C3-7180F7E4061B}"/>
              </a:ext>
            </a:extLst>
          </p:cNvPr>
          <p:cNvCxnSpPr>
            <a:cxnSpLocks/>
            <a:stCxn id="225" idx="6"/>
            <a:endCxn id="249" idx="2"/>
          </p:cNvCxnSpPr>
          <p:nvPr/>
        </p:nvCxnSpPr>
        <p:spPr>
          <a:xfrm>
            <a:off x="11172792" y="2573944"/>
            <a:ext cx="358847" cy="17607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Straight Arrow Connector 703">
            <a:extLst>
              <a:ext uri="{FF2B5EF4-FFF2-40B4-BE49-F238E27FC236}">
                <a16:creationId xmlns:a16="http://schemas.microsoft.com/office/drawing/2014/main" id="{FED2AC72-D977-295F-8333-0D040CEDC8C6}"/>
              </a:ext>
            </a:extLst>
          </p:cNvPr>
          <p:cNvCxnSpPr>
            <a:cxnSpLocks/>
            <a:stCxn id="243" idx="6"/>
            <a:endCxn id="249" idx="2"/>
          </p:cNvCxnSpPr>
          <p:nvPr/>
        </p:nvCxnSpPr>
        <p:spPr>
          <a:xfrm>
            <a:off x="11172792" y="1821276"/>
            <a:ext cx="358847" cy="92874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Arrow Connector 704">
            <a:extLst>
              <a:ext uri="{FF2B5EF4-FFF2-40B4-BE49-F238E27FC236}">
                <a16:creationId xmlns:a16="http://schemas.microsoft.com/office/drawing/2014/main" id="{264AD3D4-6AF3-A902-F624-4EFBFA896C14}"/>
              </a:ext>
            </a:extLst>
          </p:cNvPr>
          <p:cNvCxnSpPr>
            <a:cxnSpLocks/>
            <a:stCxn id="224" idx="6"/>
            <a:endCxn id="249" idx="2"/>
          </p:cNvCxnSpPr>
          <p:nvPr/>
        </p:nvCxnSpPr>
        <p:spPr>
          <a:xfrm>
            <a:off x="11172792" y="2197610"/>
            <a:ext cx="358847" cy="5524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Straight Arrow Connector 705">
            <a:extLst>
              <a:ext uri="{FF2B5EF4-FFF2-40B4-BE49-F238E27FC236}">
                <a16:creationId xmlns:a16="http://schemas.microsoft.com/office/drawing/2014/main" id="{97FA3849-539F-18A9-641B-97BD1FB5844B}"/>
              </a:ext>
            </a:extLst>
          </p:cNvPr>
          <p:cNvCxnSpPr>
            <a:cxnSpLocks/>
            <a:stCxn id="226" idx="6"/>
            <a:endCxn id="249" idx="2"/>
          </p:cNvCxnSpPr>
          <p:nvPr/>
        </p:nvCxnSpPr>
        <p:spPr>
          <a:xfrm flipV="1">
            <a:off x="11172790" y="2750023"/>
            <a:ext cx="358848" cy="20025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Straight Arrow Connector 706">
            <a:extLst>
              <a:ext uri="{FF2B5EF4-FFF2-40B4-BE49-F238E27FC236}">
                <a16:creationId xmlns:a16="http://schemas.microsoft.com/office/drawing/2014/main" id="{9B1AD263-1005-B892-0D25-1D823E82A6E9}"/>
              </a:ext>
            </a:extLst>
          </p:cNvPr>
          <p:cNvCxnSpPr>
            <a:cxnSpLocks/>
            <a:stCxn id="224" idx="6"/>
            <a:endCxn id="248" idx="2"/>
          </p:cNvCxnSpPr>
          <p:nvPr/>
        </p:nvCxnSpPr>
        <p:spPr>
          <a:xfrm>
            <a:off x="11172792" y="2197611"/>
            <a:ext cx="358847" cy="177609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Arrow Connector 707">
            <a:extLst>
              <a:ext uri="{FF2B5EF4-FFF2-40B4-BE49-F238E27FC236}">
                <a16:creationId xmlns:a16="http://schemas.microsoft.com/office/drawing/2014/main" id="{F5A0212A-F17E-180A-0D87-E4579B0B5EC0}"/>
              </a:ext>
            </a:extLst>
          </p:cNvPr>
          <p:cNvCxnSpPr>
            <a:cxnSpLocks/>
            <a:stCxn id="225" idx="6"/>
            <a:endCxn id="248" idx="2"/>
          </p:cNvCxnSpPr>
          <p:nvPr/>
        </p:nvCxnSpPr>
        <p:spPr>
          <a:xfrm flipV="1">
            <a:off x="11172792" y="2375220"/>
            <a:ext cx="358847" cy="19872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Arrow Connector 708">
            <a:extLst>
              <a:ext uri="{FF2B5EF4-FFF2-40B4-BE49-F238E27FC236}">
                <a16:creationId xmlns:a16="http://schemas.microsoft.com/office/drawing/2014/main" id="{C5F33AE3-CD6B-1BE3-69B4-CA8AB3C719B8}"/>
              </a:ext>
            </a:extLst>
          </p:cNvPr>
          <p:cNvCxnSpPr>
            <a:cxnSpLocks/>
            <a:stCxn id="243" idx="6"/>
            <a:endCxn id="248" idx="2"/>
          </p:cNvCxnSpPr>
          <p:nvPr/>
        </p:nvCxnSpPr>
        <p:spPr>
          <a:xfrm>
            <a:off x="11172792" y="1821277"/>
            <a:ext cx="358847" cy="5539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7" name="Picture 256">
            <a:extLst>
              <a:ext uri="{FF2B5EF4-FFF2-40B4-BE49-F238E27FC236}">
                <a16:creationId xmlns:a16="http://schemas.microsoft.com/office/drawing/2014/main" id="{FE01AF17-AB59-A2CE-E021-A67D19312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206" t="3764" r="1000" b="-1525"/>
          <a:stretch>
            <a:fillRect/>
          </a:stretch>
        </p:blipFill>
        <p:spPr>
          <a:xfrm>
            <a:off x="18991748" y="1869088"/>
            <a:ext cx="1298717" cy="987956"/>
          </a:xfrm>
          <a:prstGeom prst="rect">
            <a:avLst/>
          </a:prstGeom>
        </p:spPr>
      </p:pic>
      <p:pic>
        <p:nvPicPr>
          <p:cNvPr id="258" name="Picture 257">
            <a:extLst>
              <a:ext uri="{FF2B5EF4-FFF2-40B4-BE49-F238E27FC236}">
                <a16:creationId xmlns:a16="http://schemas.microsoft.com/office/drawing/2014/main" id="{EA7C6E39-68B5-3860-2C98-61A6CEC9EA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4" r="77933" b="-1525"/>
          <a:stretch>
            <a:fillRect/>
          </a:stretch>
        </p:blipFill>
        <p:spPr>
          <a:xfrm>
            <a:off x="8047591" y="1921561"/>
            <a:ext cx="800667" cy="987956"/>
          </a:xfrm>
          <a:prstGeom prst="rect">
            <a:avLst/>
          </a:prstGeom>
        </p:spPr>
      </p:pic>
      <p:sp>
        <p:nvSpPr>
          <p:cNvPr id="259" name="Double Bracket 258">
            <a:extLst>
              <a:ext uri="{FF2B5EF4-FFF2-40B4-BE49-F238E27FC236}">
                <a16:creationId xmlns:a16="http://schemas.microsoft.com/office/drawing/2014/main" id="{08D6B019-5DE2-74D5-93C4-795741C6D0C6}"/>
              </a:ext>
            </a:extLst>
          </p:cNvPr>
          <p:cNvSpPr/>
          <p:nvPr/>
        </p:nvSpPr>
        <p:spPr>
          <a:xfrm>
            <a:off x="8913571" y="1717858"/>
            <a:ext cx="2924051" cy="128179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20A0F1BC-DA4D-3ED2-6E94-C39CD5DDDB3C}"/>
                  </a:ext>
                </a:extLst>
              </p:cNvPr>
              <p:cNvSpPr txBox="1"/>
              <p:nvPr/>
            </p:nvSpPr>
            <p:spPr>
              <a:xfrm>
                <a:off x="10104868" y="2514519"/>
                <a:ext cx="3862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20A0F1BC-DA4D-3ED2-6E94-C39CD5DDD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4868" y="2514519"/>
                <a:ext cx="386276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2" name="Picture 261">
            <a:extLst>
              <a:ext uri="{FF2B5EF4-FFF2-40B4-BE49-F238E27FC236}">
                <a16:creationId xmlns:a16="http://schemas.microsoft.com/office/drawing/2014/main" id="{EA55CFEF-CF6A-2D3C-0070-C5C719678F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4" r="77933" b="-1525"/>
          <a:stretch>
            <a:fillRect/>
          </a:stretch>
        </p:blipFill>
        <p:spPr>
          <a:xfrm>
            <a:off x="13456504" y="1819224"/>
            <a:ext cx="800667" cy="987956"/>
          </a:xfrm>
          <a:prstGeom prst="rect">
            <a:avLst/>
          </a:prstGeom>
        </p:spPr>
      </p:pic>
      <p:sp>
        <p:nvSpPr>
          <p:cNvPr id="263" name="Double Bracket 262">
            <a:extLst>
              <a:ext uri="{FF2B5EF4-FFF2-40B4-BE49-F238E27FC236}">
                <a16:creationId xmlns:a16="http://schemas.microsoft.com/office/drawing/2014/main" id="{5E370740-0324-CFF4-294F-54445AA53AC1}"/>
              </a:ext>
            </a:extLst>
          </p:cNvPr>
          <p:cNvSpPr/>
          <p:nvPr/>
        </p:nvSpPr>
        <p:spPr>
          <a:xfrm>
            <a:off x="14322484" y="1615521"/>
            <a:ext cx="2539644" cy="128179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Double Bracket 269">
            <a:extLst>
              <a:ext uri="{FF2B5EF4-FFF2-40B4-BE49-F238E27FC236}">
                <a16:creationId xmlns:a16="http://schemas.microsoft.com/office/drawing/2014/main" id="{E8B4722C-1579-122A-CB75-FD93B9BB3DF9}"/>
              </a:ext>
            </a:extLst>
          </p:cNvPr>
          <p:cNvSpPr/>
          <p:nvPr/>
        </p:nvSpPr>
        <p:spPr>
          <a:xfrm>
            <a:off x="15956208" y="1670656"/>
            <a:ext cx="584200" cy="124274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2A290169-7D28-9E1B-88C7-EB1D4B4102E1}"/>
                  </a:ext>
                </a:extLst>
              </p:cNvPr>
              <p:cNvSpPr txBox="1"/>
              <p:nvPr/>
            </p:nvSpPr>
            <p:spPr>
              <a:xfrm>
                <a:off x="15949877" y="1688910"/>
                <a:ext cx="709507" cy="400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2A290169-7D28-9E1B-88C7-EB1D4B410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9877" y="1688910"/>
                <a:ext cx="709507" cy="400944"/>
              </a:xfrm>
              <a:prstGeom prst="rect">
                <a:avLst/>
              </a:prstGeom>
              <a:blipFill>
                <a:blip r:embed="rId9"/>
                <a:stretch>
                  <a:fillRect t="-3030" r="-7018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ADB5AA8E-FB76-D39F-6564-5360C52A5989}"/>
                  </a:ext>
                </a:extLst>
              </p:cNvPr>
              <p:cNvSpPr txBox="1"/>
              <p:nvPr/>
            </p:nvSpPr>
            <p:spPr>
              <a:xfrm>
                <a:off x="15911521" y="2510338"/>
                <a:ext cx="709507" cy="407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ADB5AA8E-FB76-D39F-6564-5360C52A5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1521" y="2510338"/>
                <a:ext cx="709507" cy="407291"/>
              </a:xfrm>
              <a:prstGeom prst="rect">
                <a:avLst/>
              </a:prstGeom>
              <a:blipFill>
                <a:blip r:embed="rId10"/>
                <a:stretch>
                  <a:fillRect t="-3030" r="-10526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3" name="Oval 272">
            <a:extLst>
              <a:ext uri="{FF2B5EF4-FFF2-40B4-BE49-F238E27FC236}">
                <a16:creationId xmlns:a16="http://schemas.microsoft.com/office/drawing/2014/main" id="{76313922-FE8E-09C0-D96D-5F654DA0F04D}"/>
              </a:ext>
            </a:extLst>
          </p:cNvPr>
          <p:cNvSpPr/>
          <p:nvPr/>
        </p:nvSpPr>
        <p:spPr>
          <a:xfrm>
            <a:off x="16223164" y="2104894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6956CE54-4F88-61B5-2E9B-9F82A8DE05FC}"/>
              </a:ext>
            </a:extLst>
          </p:cNvPr>
          <p:cNvSpPr/>
          <p:nvPr/>
        </p:nvSpPr>
        <p:spPr>
          <a:xfrm>
            <a:off x="16223164" y="2257294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D6138F69-C092-CA89-2CF9-4340ED4B9918}"/>
              </a:ext>
            </a:extLst>
          </p:cNvPr>
          <p:cNvSpPr/>
          <p:nvPr/>
        </p:nvSpPr>
        <p:spPr>
          <a:xfrm>
            <a:off x="16223164" y="2409694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276" name="Right Arrow 275">
            <a:extLst>
              <a:ext uri="{FF2B5EF4-FFF2-40B4-BE49-F238E27FC236}">
                <a16:creationId xmlns:a16="http://schemas.microsoft.com/office/drawing/2014/main" id="{A4F41BC1-661F-D488-5E24-565D7909BA9F}"/>
              </a:ext>
            </a:extLst>
          </p:cNvPr>
          <p:cNvSpPr/>
          <p:nvPr/>
        </p:nvSpPr>
        <p:spPr>
          <a:xfrm>
            <a:off x="6611421" y="2291803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FF1C67C9-603B-0BA6-CC5C-8E076CBF1EBA}"/>
              </a:ext>
            </a:extLst>
          </p:cNvPr>
          <p:cNvSpPr txBox="1"/>
          <p:nvPr/>
        </p:nvSpPr>
        <p:spPr>
          <a:xfrm>
            <a:off x="6605782" y="1906431"/>
            <a:ext cx="1074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Uses the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 weights</a:t>
            </a:r>
          </a:p>
          <a:p>
            <a:pPr algn="ctr"/>
            <a:r>
              <a:rPr lang="en-US" dirty="0"/>
              <a:t>directly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58AFEBAA-2FBF-F588-86A2-79551A03B6DB}"/>
                  </a:ext>
                </a:extLst>
              </p:cNvPr>
              <p:cNvSpPr txBox="1"/>
              <p:nvPr/>
            </p:nvSpPr>
            <p:spPr>
              <a:xfrm>
                <a:off x="15437431" y="2489329"/>
                <a:ext cx="3862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58AFEBAA-2FBF-F588-86A2-79551A03B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7431" y="2489329"/>
                <a:ext cx="386276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1" name="Picture 280">
            <a:extLst>
              <a:ext uri="{FF2B5EF4-FFF2-40B4-BE49-F238E27FC236}">
                <a16:creationId xmlns:a16="http://schemas.microsoft.com/office/drawing/2014/main" id="{A5542735-101B-CC77-40A5-39F9D24C78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423" r="-554" b="1978"/>
          <a:stretch>
            <a:fillRect/>
          </a:stretch>
        </p:blipFill>
        <p:spPr>
          <a:xfrm>
            <a:off x="18249688" y="4425063"/>
            <a:ext cx="2028431" cy="820899"/>
          </a:xfrm>
          <a:prstGeom prst="rect">
            <a:avLst/>
          </a:prstGeom>
        </p:spPr>
      </p:pic>
      <p:sp>
        <p:nvSpPr>
          <p:cNvPr id="282" name="Right Arrow 281">
            <a:extLst>
              <a:ext uri="{FF2B5EF4-FFF2-40B4-BE49-F238E27FC236}">
                <a16:creationId xmlns:a16="http://schemas.microsoft.com/office/drawing/2014/main" id="{582A4ECC-FBF0-70D2-822E-5681E6CD3F3F}"/>
              </a:ext>
            </a:extLst>
          </p:cNvPr>
          <p:cNvSpPr/>
          <p:nvPr/>
        </p:nvSpPr>
        <p:spPr>
          <a:xfrm>
            <a:off x="3943584" y="4707439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FF053A06-4A8D-E1B1-A528-C53607F85DE2}"/>
              </a:ext>
            </a:extLst>
          </p:cNvPr>
          <p:cNvSpPr txBox="1"/>
          <p:nvPr/>
        </p:nvSpPr>
        <p:spPr>
          <a:xfrm>
            <a:off x="3600997" y="4324602"/>
            <a:ext cx="17827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Uses the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outputs</a:t>
            </a:r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B74861AA-F66B-FA95-7792-A1EB21D73799}"/>
              </a:ext>
            </a:extLst>
          </p:cNvPr>
          <p:cNvSpPr/>
          <p:nvPr/>
        </p:nvSpPr>
        <p:spPr>
          <a:xfrm>
            <a:off x="8715052" y="442698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C842D19E-8B09-6855-9929-9822E0160819}"/>
              </a:ext>
            </a:extLst>
          </p:cNvPr>
          <p:cNvSpPr/>
          <p:nvPr/>
        </p:nvSpPr>
        <p:spPr>
          <a:xfrm>
            <a:off x="8715052" y="480178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3AB007EC-2248-B916-3E29-B276FFC3677A}"/>
              </a:ext>
            </a:extLst>
          </p:cNvPr>
          <p:cNvSpPr/>
          <p:nvPr/>
        </p:nvSpPr>
        <p:spPr>
          <a:xfrm>
            <a:off x="8715052" y="5176588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A6F28801-5662-2B5A-DFA9-C2212993A899}"/>
              </a:ext>
            </a:extLst>
          </p:cNvPr>
          <p:cNvSpPr/>
          <p:nvPr/>
        </p:nvSpPr>
        <p:spPr>
          <a:xfrm>
            <a:off x="9197975" y="4624176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3F7529A1-9733-3AC9-A65E-300DB8F94851}"/>
              </a:ext>
            </a:extLst>
          </p:cNvPr>
          <p:cNvSpPr/>
          <p:nvPr/>
        </p:nvSpPr>
        <p:spPr>
          <a:xfrm>
            <a:off x="9197975" y="5000510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A535625D-DD32-C56E-FDB7-C09583D0CB4C}"/>
              </a:ext>
            </a:extLst>
          </p:cNvPr>
          <p:cNvSpPr/>
          <p:nvPr/>
        </p:nvSpPr>
        <p:spPr>
          <a:xfrm>
            <a:off x="9197974" y="537684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5C03E1A3-ECE0-9333-434D-849714AE050B}"/>
              </a:ext>
            </a:extLst>
          </p:cNvPr>
          <p:cNvCxnSpPr>
            <a:cxnSpLocks/>
            <a:stCxn id="319" idx="6"/>
            <a:endCxn id="322" idx="2"/>
          </p:cNvCxnSpPr>
          <p:nvPr/>
        </p:nvCxnSpPr>
        <p:spPr>
          <a:xfrm>
            <a:off x="8839128" y="4489020"/>
            <a:ext cx="358846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CDB9B34D-7D5C-8479-EE2A-23F567BE57C4}"/>
              </a:ext>
            </a:extLst>
          </p:cNvPr>
          <p:cNvCxnSpPr>
            <a:cxnSpLocks/>
            <a:stCxn id="319" idx="6"/>
            <a:endCxn id="323" idx="2"/>
          </p:cNvCxnSpPr>
          <p:nvPr/>
        </p:nvCxnSpPr>
        <p:spPr>
          <a:xfrm>
            <a:off x="8839128" y="4489020"/>
            <a:ext cx="358846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6F0C6FD4-1761-FDF4-D07C-F9B665CD11A9}"/>
              </a:ext>
            </a:extLst>
          </p:cNvPr>
          <p:cNvCxnSpPr>
            <a:cxnSpLocks/>
            <a:stCxn id="319" idx="6"/>
            <a:endCxn id="324" idx="2"/>
          </p:cNvCxnSpPr>
          <p:nvPr/>
        </p:nvCxnSpPr>
        <p:spPr>
          <a:xfrm>
            <a:off x="8839129" y="4489021"/>
            <a:ext cx="358845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C80944D1-B2D7-BDC7-F308-3116C09CCF3C}"/>
              </a:ext>
            </a:extLst>
          </p:cNvPr>
          <p:cNvCxnSpPr>
            <a:cxnSpLocks/>
            <a:stCxn id="320" idx="6"/>
            <a:endCxn id="322" idx="2"/>
          </p:cNvCxnSpPr>
          <p:nvPr/>
        </p:nvCxnSpPr>
        <p:spPr>
          <a:xfrm flipV="1">
            <a:off x="8839128" y="4686215"/>
            <a:ext cx="358846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E178E41D-7925-8CB5-6208-5726A46C068A}"/>
              </a:ext>
            </a:extLst>
          </p:cNvPr>
          <p:cNvCxnSpPr>
            <a:cxnSpLocks/>
            <a:stCxn id="320" idx="6"/>
            <a:endCxn id="323" idx="2"/>
          </p:cNvCxnSpPr>
          <p:nvPr/>
        </p:nvCxnSpPr>
        <p:spPr>
          <a:xfrm>
            <a:off x="8839128" y="4863824"/>
            <a:ext cx="358846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3121358D-01B5-137E-B470-8A901E98FA36}"/>
              </a:ext>
            </a:extLst>
          </p:cNvPr>
          <p:cNvCxnSpPr>
            <a:cxnSpLocks/>
            <a:stCxn id="321" idx="6"/>
            <a:endCxn id="324" idx="2"/>
          </p:cNvCxnSpPr>
          <p:nvPr/>
        </p:nvCxnSpPr>
        <p:spPr>
          <a:xfrm>
            <a:off x="8839129" y="5238627"/>
            <a:ext cx="358845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Arrow Connector 330">
            <a:extLst>
              <a:ext uri="{FF2B5EF4-FFF2-40B4-BE49-F238E27FC236}">
                <a16:creationId xmlns:a16="http://schemas.microsoft.com/office/drawing/2014/main" id="{5EBED67A-D769-63A1-BB1E-4A71A41B0582}"/>
              </a:ext>
            </a:extLst>
          </p:cNvPr>
          <p:cNvCxnSpPr>
            <a:cxnSpLocks/>
            <a:stCxn id="320" idx="6"/>
            <a:endCxn id="324" idx="2"/>
          </p:cNvCxnSpPr>
          <p:nvPr/>
        </p:nvCxnSpPr>
        <p:spPr>
          <a:xfrm>
            <a:off x="8839129" y="4863823"/>
            <a:ext cx="358845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Arrow Connector 331">
            <a:extLst>
              <a:ext uri="{FF2B5EF4-FFF2-40B4-BE49-F238E27FC236}">
                <a16:creationId xmlns:a16="http://schemas.microsoft.com/office/drawing/2014/main" id="{9C92F4F4-CBB2-CE7E-43FA-4F61BCA8FFC1}"/>
              </a:ext>
            </a:extLst>
          </p:cNvPr>
          <p:cNvCxnSpPr>
            <a:cxnSpLocks/>
            <a:stCxn id="321" idx="6"/>
            <a:endCxn id="322" idx="2"/>
          </p:cNvCxnSpPr>
          <p:nvPr/>
        </p:nvCxnSpPr>
        <p:spPr>
          <a:xfrm flipV="1">
            <a:off x="8839128" y="4686214"/>
            <a:ext cx="358846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C340361C-E29D-786D-7778-A46681714532}"/>
              </a:ext>
            </a:extLst>
          </p:cNvPr>
          <p:cNvCxnSpPr>
            <a:cxnSpLocks/>
            <a:stCxn id="321" idx="6"/>
            <a:endCxn id="323" idx="2"/>
          </p:cNvCxnSpPr>
          <p:nvPr/>
        </p:nvCxnSpPr>
        <p:spPr>
          <a:xfrm flipV="1">
            <a:off x="8839128" y="5062548"/>
            <a:ext cx="358846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4" name="Oval 333">
            <a:extLst>
              <a:ext uri="{FF2B5EF4-FFF2-40B4-BE49-F238E27FC236}">
                <a16:creationId xmlns:a16="http://schemas.microsoft.com/office/drawing/2014/main" id="{0282D8F2-E132-8717-55F4-EFFC1BB5AA2A}"/>
              </a:ext>
            </a:extLst>
          </p:cNvPr>
          <p:cNvSpPr/>
          <p:nvPr/>
        </p:nvSpPr>
        <p:spPr>
          <a:xfrm>
            <a:off x="9197975" y="424784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089E504B-A36D-6AC2-A92A-71D58ADFC88A}"/>
              </a:ext>
            </a:extLst>
          </p:cNvPr>
          <p:cNvCxnSpPr>
            <a:cxnSpLocks/>
            <a:stCxn id="319" idx="6"/>
            <a:endCxn id="334" idx="2"/>
          </p:cNvCxnSpPr>
          <p:nvPr/>
        </p:nvCxnSpPr>
        <p:spPr>
          <a:xfrm flipV="1">
            <a:off x="8839128" y="4309880"/>
            <a:ext cx="358846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92550096-0A14-AF5B-F152-72FDF47F7786}"/>
              </a:ext>
            </a:extLst>
          </p:cNvPr>
          <p:cNvCxnSpPr>
            <a:cxnSpLocks/>
            <a:stCxn id="320" idx="6"/>
            <a:endCxn id="334" idx="2"/>
          </p:cNvCxnSpPr>
          <p:nvPr/>
        </p:nvCxnSpPr>
        <p:spPr>
          <a:xfrm flipV="1">
            <a:off x="8839128" y="4309881"/>
            <a:ext cx="358846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0E11BA7B-0A6F-A520-F2D9-F6BBF313E0A2}"/>
              </a:ext>
            </a:extLst>
          </p:cNvPr>
          <p:cNvCxnSpPr>
            <a:cxnSpLocks/>
            <a:stCxn id="321" idx="6"/>
            <a:endCxn id="334" idx="2"/>
          </p:cNvCxnSpPr>
          <p:nvPr/>
        </p:nvCxnSpPr>
        <p:spPr>
          <a:xfrm flipV="1">
            <a:off x="8839128" y="4309880"/>
            <a:ext cx="358846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306210FA-3833-4267-9FB9-6D7BC41475F0}"/>
              </a:ext>
            </a:extLst>
          </p:cNvPr>
          <p:cNvSpPr/>
          <p:nvPr/>
        </p:nvSpPr>
        <p:spPr>
          <a:xfrm>
            <a:off x="9680899" y="4426982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20C89E24-8FC5-3EFA-657A-7DAC6DEB29F3}"/>
              </a:ext>
            </a:extLst>
          </p:cNvPr>
          <p:cNvSpPr/>
          <p:nvPr/>
        </p:nvSpPr>
        <p:spPr>
          <a:xfrm>
            <a:off x="9680899" y="480178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BE8030E2-C550-561D-DEF9-5B39B5CC35B8}"/>
              </a:ext>
            </a:extLst>
          </p:cNvPr>
          <p:cNvSpPr/>
          <p:nvPr/>
        </p:nvSpPr>
        <p:spPr>
          <a:xfrm>
            <a:off x="9680899" y="5176588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7CA00AF0-4BD0-1B90-F277-111F71777D11}"/>
              </a:ext>
            </a:extLst>
          </p:cNvPr>
          <p:cNvCxnSpPr>
            <a:cxnSpLocks/>
            <a:stCxn id="334" idx="6"/>
            <a:endCxn id="338" idx="2"/>
          </p:cNvCxnSpPr>
          <p:nvPr/>
        </p:nvCxnSpPr>
        <p:spPr>
          <a:xfrm>
            <a:off x="9322052" y="4309880"/>
            <a:ext cx="358847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BACB72A2-9C0C-EC09-4CEC-5D6C335BD24B}"/>
              </a:ext>
            </a:extLst>
          </p:cNvPr>
          <p:cNvCxnSpPr>
            <a:cxnSpLocks/>
            <a:stCxn id="322" idx="6"/>
            <a:endCxn id="338" idx="2"/>
          </p:cNvCxnSpPr>
          <p:nvPr/>
        </p:nvCxnSpPr>
        <p:spPr>
          <a:xfrm flipV="1">
            <a:off x="9322052" y="4489020"/>
            <a:ext cx="358847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B163D241-7881-CB8C-C044-5EF5FFCBEFB8}"/>
              </a:ext>
            </a:extLst>
          </p:cNvPr>
          <p:cNvCxnSpPr>
            <a:cxnSpLocks/>
            <a:stCxn id="323" idx="6"/>
            <a:endCxn id="338" idx="2"/>
          </p:cNvCxnSpPr>
          <p:nvPr/>
        </p:nvCxnSpPr>
        <p:spPr>
          <a:xfrm flipV="1">
            <a:off x="9322052" y="4489020"/>
            <a:ext cx="358847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Arrow Connector 344">
            <a:extLst>
              <a:ext uri="{FF2B5EF4-FFF2-40B4-BE49-F238E27FC236}">
                <a16:creationId xmlns:a16="http://schemas.microsoft.com/office/drawing/2014/main" id="{CCB1E6BD-3345-69FB-28E7-D80AD8F85EAF}"/>
              </a:ext>
            </a:extLst>
          </p:cNvPr>
          <p:cNvCxnSpPr>
            <a:cxnSpLocks/>
            <a:stCxn id="324" idx="6"/>
            <a:endCxn id="338" idx="2"/>
          </p:cNvCxnSpPr>
          <p:nvPr/>
        </p:nvCxnSpPr>
        <p:spPr>
          <a:xfrm flipV="1">
            <a:off x="9322050" y="4489021"/>
            <a:ext cx="358848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Arrow Connector 345">
            <a:extLst>
              <a:ext uri="{FF2B5EF4-FFF2-40B4-BE49-F238E27FC236}">
                <a16:creationId xmlns:a16="http://schemas.microsoft.com/office/drawing/2014/main" id="{52A859CD-AEB9-1AF9-913B-15B7D37BC868}"/>
              </a:ext>
            </a:extLst>
          </p:cNvPr>
          <p:cNvCxnSpPr>
            <a:cxnSpLocks/>
            <a:stCxn id="324" idx="6"/>
            <a:endCxn id="339" idx="2"/>
          </p:cNvCxnSpPr>
          <p:nvPr/>
        </p:nvCxnSpPr>
        <p:spPr>
          <a:xfrm flipV="1">
            <a:off x="9322050" y="4863823"/>
            <a:ext cx="358848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19D611DC-F7B7-6F3B-EE0B-F3DC564AF1F3}"/>
              </a:ext>
            </a:extLst>
          </p:cNvPr>
          <p:cNvCxnSpPr>
            <a:cxnSpLocks/>
            <a:stCxn id="323" idx="6"/>
            <a:endCxn id="340" idx="2"/>
          </p:cNvCxnSpPr>
          <p:nvPr/>
        </p:nvCxnSpPr>
        <p:spPr>
          <a:xfrm>
            <a:off x="9322052" y="5062548"/>
            <a:ext cx="358847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Arrow Connector 347">
            <a:extLst>
              <a:ext uri="{FF2B5EF4-FFF2-40B4-BE49-F238E27FC236}">
                <a16:creationId xmlns:a16="http://schemas.microsoft.com/office/drawing/2014/main" id="{40845865-FE1A-6D23-A2FD-B310E16801A0}"/>
              </a:ext>
            </a:extLst>
          </p:cNvPr>
          <p:cNvCxnSpPr>
            <a:cxnSpLocks/>
            <a:stCxn id="334" idx="6"/>
            <a:endCxn id="340" idx="2"/>
          </p:cNvCxnSpPr>
          <p:nvPr/>
        </p:nvCxnSpPr>
        <p:spPr>
          <a:xfrm>
            <a:off x="9322052" y="4309880"/>
            <a:ext cx="358847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C9DB3C7E-9B6C-40DC-4F08-53AC39095012}"/>
              </a:ext>
            </a:extLst>
          </p:cNvPr>
          <p:cNvCxnSpPr>
            <a:cxnSpLocks/>
            <a:stCxn id="322" idx="6"/>
            <a:endCxn id="340" idx="2"/>
          </p:cNvCxnSpPr>
          <p:nvPr/>
        </p:nvCxnSpPr>
        <p:spPr>
          <a:xfrm>
            <a:off x="9322052" y="4686214"/>
            <a:ext cx="358847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4BF5D8CA-423D-082D-66EF-0A700FA6C307}"/>
              </a:ext>
            </a:extLst>
          </p:cNvPr>
          <p:cNvCxnSpPr>
            <a:cxnSpLocks/>
            <a:stCxn id="324" idx="6"/>
            <a:endCxn id="340" idx="2"/>
          </p:cNvCxnSpPr>
          <p:nvPr/>
        </p:nvCxnSpPr>
        <p:spPr>
          <a:xfrm flipV="1">
            <a:off x="9322050" y="5238627"/>
            <a:ext cx="358848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Arrow Connector 350">
            <a:extLst>
              <a:ext uri="{FF2B5EF4-FFF2-40B4-BE49-F238E27FC236}">
                <a16:creationId xmlns:a16="http://schemas.microsoft.com/office/drawing/2014/main" id="{279B91D1-0D92-49FD-4EAB-76E078563251}"/>
              </a:ext>
            </a:extLst>
          </p:cNvPr>
          <p:cNvCxnSpPr>
            <a:cxnSpLocks/>
            <a:stCxn id="322" idx="6"/>
            <a:endCxn id="339" idx="2"/>
          </p:cNvCxnSpPr>
          <p:nvPr/>
        </p:nvCxnSpPr>
        <p:spPr>
          <a:xfrm>
            <a:off x="9322052" y="4686215"/>
            <a:ext cx="358847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321B6F75-BF4A-1FF7-C6D8-D718CC6F6E31}"/>
              </a:ext>
            </a:extLst>
          </p:cNvPr>
          <p:cNvCxnSpPr>
            <a:cxnSpLocks/>
            <a:stCxn id="323" idx="6"/>
            <a:endCxn id="339" idx="2"/>
          </p:cNvCxnSpPr>
          <p:nvPr/>
        </p:nvCxnSpPr>
        <p:spPr>
          <a:xfrm flipV="1">
            <a:off x="9322052" y="4863824"/>
            <a:ext cx="358847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Arrow Connector 352">
            <a:extLst>
              <a:ext uri="{FF2B5EF4-FFF2-40B4-BE49-F238E27FC236}">
                <a16:creationId xmlns:a16="http://schemas.microsoft.com/office/drawing/2014/main" id="{5BEA9821-EE1D-A21B-FD4E-937596D165FD}"/>
              </a:ext>
            </a:extLst>
          </p:cNvPr>
          <p:cNvCxnSpPr>
            <a:cxnSpLocks/>
            <a:stCxn id="334" idx="6"/>
            <a:endCxn id="339" idx="2"/>
          </p:cNvCxnSpPr>
          <p:nvPr/>
        </p:nvCxnSpPr>
        <p:spPr>
          <a:xfrm>
            <a:off x="9322052" y="4309881"/>
            <a:ext cx="358847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Double Bracket 355">
            <a:extLst>
              <a:ext uri="{FF2B5EF4-FFF2-40B4-BE49-F238E27FC236}">
                <a16:creationId xmlns:a16="http://schemas.microsoft.com/office/drawing/2014/main" id="{A4C7EB09-0ED7-F96D-96E7-F50A656F3759}"/>
              </a:ext>
            </a:extLst>
          </p:cNvPr>
          <p:cNvSpPr/>
          <p:nvPr/>
        </p:nvSpPr>
        <p:spPr>
          <a:xfrm>
            <a:off x="5401340" y="4206462"/>
            <a:ext cx="5324871" cy="128179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37399E59-C46D-780D-3B76-23D1B636F294}"/>
                  </a:ext>
                </a:extLst>
              </p:cNvPr>
              <p:cNvSpPr txBox="1"/>
              <p:nvPr/>
            </p:nvSpPr>
            <p:spPr>
              <a:xfrm>
                <a:off x="7942366" y="5052215"/>
                <a:ext cx="3862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37399E59-C46D-780D-3B76-23D1B636F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366" y="5052215"/>
                <a:ext cx="386276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6" name="Straight Arrow Connector 365">
            <a:extLst>
              <a:ext uri="{FF2B5EF4-FFF2-40B4-BE49-F238E27FC236}">
                <a16:creationId xmlns:a16="http://schemas.microsoft.com/office/drawing/2014/main" id="{43FE868C-E95C-B2B0-83B8-07786C69819A}"/>
              </a:ext>
            </a:extLst>
          </p:cNvPr>
          <p:cNvCxnSpPr>
            <a:cxnSpLocks/>
          </p:cNvCxnSpPr>
          <p:nvPr/>
        </p:nvCxnSpPr>
        <p:spPr>
          <a:xfrm>
            <a:off x="9896451" y="4481479"/>
            <a:ext cx="251077" cy="0"/>
          </a:xfrm>
          <a:prstGeom prst="straightConnector1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Arrow Connector 367">
            <a:extLst>
              <a:ext uri="{FF2B5EF4-FFF2-40B4-BE49-F238E27FC236}">
                <a16:creationId xmlns:a16="http://schemas.microsoft.com/office/drawing/2014/main" id="{4119D1A7-DA62-A439-6AF4-4A2FD58C6DFA}"/>
              </a:ext>
            </a:extLst>
          </p:cNvPr>
          <p:cNvCxnSpPr>
            <a:cxnSpLocks/>
          </p:cNvCxnSpPr>
          <p:nvPr/>
        </p:nvCxnSpPr>
        <p:spPr>
          <a:xfrm>
            <a:off x="9896451" y="5243479"/>
            <a:ext cx="251077" cy="0"/>
          </a:xfrm>
          <a:prstGeom prst="straightConnector1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Oval 369">
            <a:extLst>
              <a:ext uri="{FF2B5EF4-FFF2-40B4-BE49-F238E27FC236}">
                <a16:creationId xmlns:a16="http://schemas.microsoft.com/office/drawing/2014/main" id="{36F83C12-9B42-6985-C116-B5CDD7648DD9}"/>
              </a:ext>
            </a:extLst>
          </p:cNvPr>
          <p:cNvSpPr/>
          <p:nvPr/>
        </p:nvSpPr>
        <p:spPr>
          <a:xfrm>
            <a:off x="10004401" y="4699935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8B64D707-99E3-53A6-8B12-54E8DD8D5FE7}"/>
              </a:ext>
            </a:extLst>
          </p:cNvPr>
          <p:cNvSpPr/>
          <p:nvPr/>
        </p:nvSpPr>
        <p:spPr>
          <a:xfrm>
            <a:off x="10004401" y="4852335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7C8B450B-FCE8-1CA5-45A3-037B15062547}"/>
              </a:ext>
            </a:extLst>
          </p:cNvPr>
          <p:cNvSpPr/>
          <p:nvPr/>
        </p:nvSpPr>
        <p:spPr>
          <a:xfrm>
            <a:off x="10004401" y="5004735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93AFFD9A-BEB5-80F5-C0B1-3F0AFCC2515E}"/>
                  </a:ext>
                </a:extLst>
              </p:cNvPr>
              <p:cNvSpPr txBox="1"/>
              <p:nvPr/>
            </p:nvSpPr>
            <p:spPr>
              <a:xfrm>
                <a:off x="10062152" y="4270290"/>
                <a:ext cx="709507" cy="412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sSub>
                            <m:sSubPr>
                              <m:ctrlPr>
                                <a:rPr lang="ar-AE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75" name="TextBox 374">
                <a:extLst>
                  <a:ext uri="{FF2B5EF4-FFF2-40B4-BE49-F238E27FC236}">
                    <a16:creationId xmlns:a16="http://schemas.microsoft.com/office/drawing/2014/main" id="{93AFFD9A-BEB5-80F5-C0B1-3F0AFCC25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2152" y="4270290"/>
                <a:ext cx="709507" cy="412549"/>
              </a:xfrm>
              <a:prstGeom prst="rect">
                <a:avLst/>
              </a:prstGeom>
              <a:blipFill>
                <a:blip r:embed="rId13"/>
                <a:stretch>
                  <a:fillRect t="-6061" r="-10526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8" name="TextBox 377">
                <a:extLst>
                  <a:ext uri="{FF2B5EF4-FFF2-40B4-BE49-F238E27FC236}">
                    <a16:creationId xmlns:a16="http://schemas.microsoft.com/office/drawing/2014/main" id="{62B801B1-D833-9091-0325-6557B40FE73F}"/>
                  </a:ext>
                </a:extLst>
              </p:cNvPr>
              <p:cNvSpPr txBox="1"/>
              <p:nvPr/>
            </p:nvSpPr>
            <p:spPr>
              <a:xfrm>
                <a:off x="10085489" y="4998801"/>
                <a:ext cx="709507" cy="419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sSub>
                            <m:sSubPr>
                              <m:ctrlPr>
                                <a:rPr lang="en-GB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ar-AE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78" name="TextBox 377">
                <a:extLst>
                  <a:ext uri="{FF2B5EF4-FFF2-40B4-BE49-F238E27FC236}">
                    <a16:creationId xmlns:a16="http://schemas.microsoft.com/office/drawing/2014/main" id="{62B801B1-D833-9091-0325-6557B40FE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5489" y="4998801"/>
                <a:ext cx="709507" cy="419346"/>
              </a:xfrm>
              <a:prstGeom prst="rect">
                <a:avLst/>
              </a:prstGeom>
              <a:blipFill>
                <a:blip r:embed="rId14"/>
                <a:stretch>
                  <a:fillRect t="-2941" r="-13793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1" name="Straight Arrow Connector 380">
            <a:extLst>
              <a:ext uri="{FF2B5EF4-FFF2-40B4-BE49-F238E27FC236}">
                <a16:creationId xmlns:a16="http://schemas.microsoft.com/office/drawing/2014/main" id="{4B5E79DA-4C1A-2BD3-5DF9-816BFAEE6D38}"/>
              </a:ext>
            </a:extLst>
          </p:cNvPr>
          <p:cNvCxnSpPr>
            <a:cxnSpLocks/>
          </p:cNvCxnSpPr>
          <p:nvPr/>
        </p:nvCxnSpPr>
        <p:spPr>
          <a:xfrm>
            <a:off x="8422902" y="4481479"/>
            <a:ext cx="251077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42AD1476-855E-7B8E-7539-BB092A12D432}"/>
              </a:ext>
            </a:extLst>
          </p:cNvPr>
          <p:cNvCxnSpPr>
            <a:cxnSpLocks/>
          </p:cNvCxnSpPr>
          <p:nvPr/>
        </p:nvCxnSpPr>
        <p:spPr>
          <a:xfrm>
            <a:off x="8422902" y="5243479"/>
            <a:ext cx="251077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9" name="Oval 768">
            <a:extLst>
              <a:ext uri="{FF2B5EF4-FFF2-40B4-BE49-F238E27FC236}">
                <a16:creationId xmlns:a16="http://schemas.microsoft.com/office/drawing/2014/main" id="{12B824E1-384D-131A-EF35-4A62518338AD}"/>
              </a:ext>
            </a:extLst>
          </p:cNvPr>
          <p:cNvSpPr/>
          <p:nvPr/>
        </p:nvSpPr>
        <p:spPr>
          <a:xfrm>
            <a:off x="8485316" y="4695020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770" name="Oval 769">
            <a:extLst>
              <a:ext uri="{FF2B5EF4-FFF2-40B4-BE49-F238E27FC236}">
                <a16:creationId xmlns:a16="http://schemas.microsoft.com/office/drawing/2014/main" id="{785ACC98-E5C1-8052-211B-8AF932D01E7F}"/>
              </a:ext>
            </a:extLst>
          </p:cNvPr>
          <p:cNvSpPr/>
          <p:nvPr/>
        </p:nvSpPr>
        <p:spPr>
          <a:xfrm>
            <a:off x="8485316" y="4847420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771" name="Oval 770">
            <a:extLst>
              <a:ext uri="{FF2B5EF4-FFF2-40B4-BE49-F238E27FC236}">
                <a16:creationId xmlns:a16="http://schemas.microsoft.com/office/drawing/2014/main" id="{E964718F-9B73-1367-3BE2-B1741A95BF7E}"/>
              </a:ext>
            </a:extLst>
          </p:cNvPr>
          <p:cNvSpPr/>
          <p:nvPr/>
        </p:nvSpPr>
        <p:spPr>
          <a:xfrm>
            <a:off x="8485316" y="4999820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2" name="TextBox 771">
                <a:extLst>
                  <a:ext uri="{FF2B5EF4-FFF2-40B4-BE49-F238E27FC236}">
                    <a16:creationId xmlns:a16="http://schemas.microsoft.com/office/drawing/2014/main" id="{A08C961C-6C7C-2CC0-0E17-009ED5D60D61}"/>
                  </a:ext>
                </a:extLst>
              </p:cNvPr>
              <p:cNvSpPr txBox="1"/>
              <p:nvPr/>
            </p:nvSpPr>
            <p:spPr>
              <a:xfrm>
                <a:off x="7936418" y="4628158"/>
                <a:ext cx="7095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GB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ar-AE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2" name="TextBox 771">
                <a:extLst>
                  <a:ext uri="{FF2B5EF4-FFF2-40B4-BE49-F238E27FC236}">
                    <a16:creationId xmlns:a16="http://schemas.microsoft.com/office/drawing/2014/main" id="{A08C961C-6C7C-2CC0-0E17-009ED5D60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418" y="4628158"/>
                <a:ext cx="709507" cy="369332"/>
              </a:xfrm>
              <a:prstGeom prst="rect">
                <a:avLst/>
              </a:prstGeom>
              <a:blipFill>
                <a:blip r:embed="rId15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3" name="Oval 772">
            <a:extLst>
              <a:ext uri="{FF2B5EF4-FFF2-40B4-BE49-F238E27FC236}">
                <a16:creationId xmlns:a16="http://schemas.microsoft.com/office/drawing/2014/main" id="{BB99C7D3-1781-10B8-5788-E064AD7C2E1B}"/>
              </a:ext>
            </a:extLst>
          </p:cNvPr>
          <p:cNvSpPr/>
          <p:nvPr/>
        </p:nvSpPr>
        <p:spPr>
          <a:xfrm>
            <a:off x="6056634" y="448126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80AF2F3B-FB3C-AF3A-1089-5256DDED59FF}"/>
              </a:ext>
            </a:extLst>
          </p:cNvPr>
          <p:cNvSpPr/>
          <p:nvPr/>
        </p:nvSpPr>
        <p:spPr>
          <a:xfrm>
            <a:off x="6056634" y="485606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5" name="Oval 774">
            <a:extLst>
              <a:ext uri="{FF2B5EF4-FFF2-40B4-BE49-F238E27FC236}">
                <a16:creationId xmlns:a16="http://schemas.microsoft.com/office/drawing/2014/main" id="{FABEC9DE-C52A-2697-4E07-6B1BFDFAF128}"/>
              </a:ext>
            </a:extLst>
          </p:cNvPr>
          <p:cNvSpPr/>
          <p:nvPr/>
        </p:nvSpPr>
        <p:spPr>
          <a:xfrm>
            <a:off x="6056634" y="5230867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E838F701-129E-BD4B-0D10-FB2A97E466D1}"/>
              </a:ext>
            </a:extLst>
          </p:cNvPr>
          <p:cNvSpPr/>
          <p:nvPr/>
        </p:nvSpPr>
        <p:spPr>
          <a:xfrm>
            <a:off x="6539557" y="4678455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7" name="Oval 776">
            <a:extLst>
              <a:ext uri="{FF2B5EF4-FFF2-40B4-BE49-F238E27FC236}">
                <a16:creationId xmlns:a16="http://schemas.microsoft.com/office/drawing/2014/main" id="{C9B729B5-286D-8B8B-860A-9CDB48925911}"/>
              </a:ext>
            </a:extLst>
          </p:cNvPr>
          <p:cNvSpPr/>
          <p:nvPr/>
        </p:nvSpPr>
        <p:spPr>
          <a:xfrm>
            <a:off x="6539557" y="5054789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8" name="Oval 777">
            <a:extLst>
              <a:ext uri="{FF2B5EF4-FFF2-40B4-BE49-F238E27FC236}">
                <a16:creationId xmlns:a16="http://schemas.microsoft.com/office/drawing/2014/main" id="{E46FC555-8EB1-F428-47F2-4612BAAEECD2}"/>
              </a:ext>
            </a:extLst>
          </p:cNvPr>
          <p:cNvSpPr/>
          <p:nvPr/>
        </p:nvSpPr>
        <p:spPr>
          <a:xfrm>
            <a:off x="6539556" y="543112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0" name="Straight Arrow Connector 779">
            <a:extLst>
              <a:ext uri="{FF2B5EF4-FFF2-40B4-BE49-F238E27FC236}">
                <a16:creationId xmlns:a16="http://schemas.microsoft.com/office/drawing/2014/main" id="{969F0419-44FA-CF43-F05B-DFC45AB8CE2C}"/>
              </a:ext>
            </a:extLst>
          </p:cNvPr>
          <p:cNvCxnSpPr>
            <a:cxnSpLocks/>
            <a:stCxn id="773" idx="6"/>
            <a:endCxn id="776" idx="2"/>
          </p:cNvCxnSpPr>
          <p:nvPr/>
        </p:nvCxnSpPr>
        <p:spPr>
          <a:xfrm>
            <a:off x="6180710" y="4543299"/>
            <a:ext cx="358846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Arrow Connector 780">
            <a:extLst>
              <a:ext uri="{FF2B5EF4-FFF2-40B4-BE49-F238E27FC236}">
                <a16:creationId xmlns:a16="http://schemas.microsoft.com/office/drawing/2014/main" id="{FFBA98C9-BE5C-DECD-2212-51EF5E190828}"/>
              </a:ext>
            </a:extLst>
          </p:cNvPr>
          <p:cNvCxnSpPr>
            <a:cxnSpLocks/>
            <a:stCxn id="773" idx="6"/>
            <a:endCxn id="777" idx="2"/>
          </p:cNvCxnSpPr>
          <p:nvPr/>
        </p:nvCxnSpPr>
        <p:spPr>
          <a:xfrm>
            <a:off x="6180710" y="4543299"/>
            <a:ext cx="358846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Arrow Connector 782">
            <a:extLst>
              <a:ext uri="{FF2B5EF4-FFF2-40B4-BE49-F238E27FC236}">
                <a16:creationId xmlns:a16="http://schemas.microsoft.com/office/drawing/2014/main" id="{867BA414-522F-0AA0-9165-2D10C9812522}"/>
              </a:ext>
            </a:extLst>
          </p:cNvPr>
          <p:cNvCxnSpPr>
            <a:cxnSpLocks/>
            <a:stCxn id="773" idx="6"/>
            <a:endCxn id="778" idx="2"/>
          </p:cNvCxnSpPr>
          <p:nvPr/>
        </p:nvCxnSpPr>
        <p:spPr>
          <a:xfrm>
            <a:off x="6180711" y="4543300"/>
            <a:ext cx="358845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Arrow Connector 783">
            <a:extLst>
              <a:ext uri="{FF2B5EF4-FFF2-40B4-BE49-F238E27FC236}">
                <a16:creationId xmlns:a16="http://schemas.microsoft.com/office/drawing/2014/main" id="{90F61479-45A9-C3B6-FDE1-4A72F30697A6}"/>
              </a:ext>
            </a:extLst>
          </p:cNvPr>
          <p:cNvCxnSpPr>
            <a:cxnSpLocks/>
            <a:stCxn id="774" idx="6"/>
            <a:endCxn id="776" idx="2"/>
          </p:cNvCxnSpPr>
          <p:nvPr/>
        </p:nvCxnSpPr>
        <p:spPr>
          <a:xfrm flipV="1">
            <a:off x="6180710" y="4740494"/>
            <a:ext cx="358846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Straight Arrow Connector 786">
            <a:extLst>
              <a:ext uri="{FF2B5EF4-FFF2-40B4-BE49-F238E27FC236}">
                <a16:creationId xmlns:a16="http://schemas.microsoft.com/office/drawing/2014/main" id="{92DBCD94-A553-8193-A744-4C8ADA35C0F1}"/>
              </a:ext>
            </a:extLst>
          </p:cNvPr>
          <p:cNvCxnSpPr>
            <a:cxnSpLocks/>
            <a:stCxn id="774" idx="6"/>
            <a:endCxn id="777" idx="2"/>
          </p:cNvCxnSpPr>
          <p:nvPr/>
        </p:nvCxnSpPr>
        <p:spPr>
          <a:xfrm>
            <a:off x="6180710" y="4918103"/>
            <a:ext cx="358846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Straight Arrow Connector 787">
            <a:extLst>
              <a:ext uri="{FF2B5EF4-FFF2-40B4-BE49-F238E27FC236}">
                <a16:creationId xmlns:a16="http://schemas.microsoft.com/office/drawing/2014/main" id="{79A3BF3B-DA96-2D53-F0C1-94320AEAACB3}"/>
              </a:ext>
            </a:extLst>
          </p:cNvPr>
          <p:cNvCxnSpPr>
            <a:cxnSpLocks/>
            <a:stCxn id="775" idx="6"/>
            <a:endCxn id="778" idx="2"/>
          </p:cNvCxnSpPr>
          <p:nvPr/>
        </p:nvCxnSpPr>
        <p:spPr>
          <a:xfrm>
            <a:off x="6180711" y="5292906"/>
            <a:ext cx="358845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9" name="Straight Arrow Connector 788">
            <a:extLst>
              <a:ext uri="{FF2B5EF4-FFF2-40B4-BE49-F238E27FC236}">
                <a16:creationId xmlns:a16="http://schemas.microsoft.com/office/drawing/2014/main" id="{102B1A6C-D387-9877-7B11-A0724B70DDCE}"/>
              </a:ext>
            </a:extLst>
          </p:cNvPr>
          <p:cNvCxnSpPr>
            <a:cxnSpLocks/>
            <a:stCxn id="774" idx="6"/>
            <a:endCxn id="778" idx="2"/>
          </p:cNvCxnSpPr>
          <p:nvPr/>
        </p:nvCxnSpPr>
        <p:spPr>
          <a:xfrm>
            <a:off x="6180711" y="4918102"/>
            <a:ext cx="358845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Straight Arrow Connector 789">
            <a:extLst>
              <a:ext uri="{FF2B5EF4-FFF2-40B4-BE49-F238E27FC236}">
                <a16:creationId xmlns:a16="http://schemas.microsoft.com/office/drawing/2014/main" id="{CF393926-96A5-CE7A-107E-5483FBD84B77}"/>
              </a:ext>
            </a:extLst>
          </p:cNvPr>
          <p:cNvCxnSpPr>
            <a:cxnSpLocks/>
            <a:stCxn id="775" idx="6"/>
            <a:endCxn id="776" idx="2"/>
          </p:cNvCxnSpPr>
          <p:nvPr/>
        </p:nvCxnSpPr>
        <p:spPr>
          <a:xfrm flipV="1">
            <a:off x="6180710" y="4740493"/>
            <a:ext cx="358846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Arrow Connector 790">
            <a:extLst>
              <a:ext uri="{FF2B5EF4-FFF2-40B4-BE49-F238E27FC236}">
                <a16:creationId xmlns:a16="http://schemas.microsoft.com/office/drawing/2014/main" id="{FA55A9DB-19EE-42F7-5BD8-296BCAD690D3}"/>
              </a:ext>
            </a:extLst>
          </p:cNvPr>
          <p:cNvCxnSpPr>
            <a:cxnSpLocks/>
            <a:stCxn id="775" idx="6"/>
            <a:endCxn id="777" idx="2"/>
          </p:cNvCxnSpPr>
          <p:nvPr/>
        </p:nvCxnSpPr>
        <p:spPr>
          <a:xfrm flipV="1">
            <a:off x="6180710" y="5116827"/>
            <a:ext cx="358846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2" name="Oval 791">
            <a:extLst>
              <a:ext uri="{FF2B5EF4-FFF2-40B4-BE49-F238E27FC236}">
                <a16:creationId xmlns:a16="http://schemas.microsoft.com/office/drawing/2014/main" id="{D8091734-9FC5-3D28-224E-F66835B13C82}"/>
              </a:ext>
            </a:extLst>
          </p:cNvPr>
          <p:cNvSpPr/>
          <p:nvPr/>
        </p:nvSpPr>
        <p:spPr>
          <a:xfrm>
            <a:off x="6539557" y="430212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4" name="Straight Arrow Connector 793">
            <a:extLst>
              <a:ext uri="{FF2B5EF4-FFF2-40B4-BE49-F238E27FC236}">
                <a16:creationId xmlns:a16="http://schemas.microsoft.com/office/drawing/2014/main" id="{1D2886A0-0055-CF8C-DDBA-227A8702B380}"/>
              </a:ext>
            </a:extLst>
          </p:cNvPr>
          <p:cNvCxnSpPr>
            <a:cxnSpLocks/>
            <a:stCxn id="773" idx="6"/>
            <a:endCxn id="792" idx="2"/>
          </p:cNvCxnSpPr>
          <p:nvPr/>
        </p:nvCxnSpPr>
        <p:spPr>
          <a:xfrm flipV="1">
            <a:off x="6180710" y="4364159"/>
            <a:ext cx="358846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Straight Arrow Connector 794">
            <a:extLst>
              <a:ext uri="{FF2B5EF4-FFF2-40B4-BE49-F238E27FC236}">
                <a16:creationId xmlns:a16="http://schemas.microsoft.com/office/drawing/2014/main" id="{594FC3EF-DF9D-966A-96F8-C5A843141B9C}"/>
              </a:ext>
            </a:extLst>
          </p:cNvPr>
          <p:cNvCxnSpPr>
            <a:cxnSpLocks/>
            <a:stCxn id="774" idx="6"/>
            <a:endCxn id="792" idx="2"/>
          </p:cNvCxnSpPr>
          <p:nvPr/>
        </p:nvCxnSpPr>
        <p:spPr>
          <a:xfrm flipV="1">
            <a:off x="6180710" y="4364160"/>
            <a:ext cx="358846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Straight Arrow Connector 795">
            <a:extLst>
              <a:ext uri="{FF2B5EF4-FFF2-40B4-BE49-F238E27FC236}">
                <a16:creationId xmlns:a16="http://schemas.microsoft.com/office/drawing/2014/main" id="{F9872AFD-8D93-7C89-194E-D29BA5D3C61C}"/>
              </a:ext>
            </a:extLst>
          </p:cNvPr>
          <p:cNvCxnSpPr>
            <a:cxnSpLocks/>
            <a:stCxn id="775" idx="6"/>
            <a:endCxn id="792" idx="2"/>
          </p:cNvCxnSpPr>
          <p:nvPr/>
        </p:nvCxnSpPr>
        <p:spPr>
          <a:xfrm flipV="1">
            <a:off x="6180710" y="4364159"/>
            <a:ext cx="358846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3EE53961-1BD2-78F8-09D5-8BBA6D357358}"/>
              </a:ext>
            </a:extLst>
          </p:cNvPr>
          <p:cNvSpPr/>
          <p:nvPr/>
        </p:nvSpPr>
        <p:spPr>
          <a:xfrm>
            <a:off x="7022481" y="4481261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8" name="Oval 797">
            <a:extLst>
              <a:ext uri="{FF2B5EF4-FFF2-40B4-BE49-F238E27FC236}">
                <a16:creationId xmlns:a16="http://schemas.microsoft.com/office/drawing/2014/main" id="{C6A08263-4407-39A3-73A9-7EB79F83F85A}"/>
              </a:ext>
            </a:extLst>
          </p:cNvPr>
          <p:cNvSpPr/>
          <p:nvPr/>
        </p:nvSpPr>
        <p:spPr>
          <a:xfrm>
            <a:off x="7022481" y="4856064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9" name="Oval 798">
            <a:extLst>
              <a:ext uri="{FF2B5EF4-FFF2-40B4-BE49-F238E27FC236}">
                <a16:creationId xmlns:a16="http://schemas.microsoft.com/office/drawing/2014/main" id="{48A6357D-1CA9-BF4F-897B-AF6520309521}"/>
              </a:ext>
            </a:extLst>
          </p:cNvPr>
          <p:cNvSpPr/>
          <p:nvPr/>
        </p:nvSpPr>
        <p:spPr>
          <a:xfrm>
            <a:off x="7022481" y="5230867"/>
            <a:ext cx="124077" cy="1240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6" name="Straight Arrow Connector 805">
            <a:extLst>
              <a:ext uri="{FF2B5EF4-FFF2-40B4-BE49-F238E27FC236}">
                <a16:creationId xmlns:a16="http://schemas.microsoft.com/office/drawing/2014/main" id="{E7B3E158-6D04-D597-7924-1E855FDF049D}"/>
              </a:ext>
            </a:extLst>
          </p:cNvPr>
          <p:cNvCxnSpPr>
            <a:cxnSpLocks/>
            <a:stCxn id="792" idx="6"/>
            <a:endCxn id="797" idx="2"/>
          </p:cNvCxnSpPr>
          <p:nvPr/>
        </p:nvCxnSpPr>
        <p:spPr>
          <a:xfrm>
            <a:off x="6663634" y="4364159"/>
            <a:ext cx="358847" cy="1791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Arrow Connector 806">
            <a:extLst>
              <a:ext uri="{FF2B5EF4-FFF2-40B4-BE49-F238E27FC236}">
                <a16:creationId xmlns:a16="http://schemas.microsoft.com/office/drawing/2014/main" id="{6EA6559E-75D7-CE36-5FCD-ADEB45046A59}"/>
              </a:ext>
            </a:extLst>
          </p:cNvPr>
          <p:cNvCxnSpPr>
            <a:cxnSpLocks/>
            <a:stCxn id="776" idx="6"/>
            <a:endCxn id="797" idx="2"/>
          </p:cNvCxnSpPr>
          <p:nvPr/>
        </p:nvCxnSpPr>
        <p:spPr>
          <a:xfrm flipV="1">
            <a:off x="6663634" y="4543299"/>
            <a:ext cx="358847" cy="19719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Arrow Connector 807">
            <a:extLst>
              <a:ext uri="{FF2B5EF4-FFF2-40B4-BE49-F238E27FC236}">
                <a16:creationId xmlns:a16="http://schemas.microsoft.com/office/drawing/2014/main" id="{353DC079-395F-0B6D-3009-A49FAE778111}"/>
              </a:ext>
            </a:extLst>
          </p:cNvPr>
          <p:cNvCxnSpPr>
            <a:cxnSpLocks/>
            <a:stCxn id="777" idx="6"/>
            <a:endCxn id="797" idx="2"/>
          </p:cNvCxnSpPr>
          <p:nvPr/>
        </p:nvCxnSpPr>
        <p:spPr>
          <a:xfrm flipV="1">
            <a:off x="6663634" y="4543299"/>
            <a:ext cx="358847" cy="5735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Arrow Connector 808">
            <a:extLst>
              <a:ext uri="{FF2B5EF4-FFF2-40B4-BE49-F238E27FC236}">
                <a16:creationId xmlns:a16="http://schemas.microsoft.com/office/drawing/2014/main" id="{31F59402-7549-BCC5-8938-1A2BBDAEDE41}"/>
              </a:ext>
            </a:extLst>
          </p:cNvPr>
          <p:cNvCxnSpPr>
            <a:cxnSpLocks/>
            <a:stCxn id="778" idx="6"/>
            <a:endCxn id="797" idx="2"/>
          </p:cNvCxnSpPr>
          <p:nvPr/>
        </p:nvCxnSpPr>
        <p:spPr>
          <a:xfrm flipV="1">
            <a:off x="6663632" y="4543300"/>
            <a:ext cx="358848" cy="94986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Arrow Connector 809">
            <a:extLst>
              <a:ext uri="{FF2B5EF4-FFF2-40B4-BE49-F238E27FC236}">
                <a16:creationId xmlns:a16="http://schemas.microsoft.com/office/drawing/2014/main" id="{1AEF1409-F621-F838-9BD3-47D9DE513057}"/>
              </a:ext>
            </a:extLst>
          </p:cNvPr>
          <p:cNvCxnSpPr>
            <a:cxnSpLocks/>
            <a:stCxn id="778" idx="6"/>
            <a:endCxn id="798" idx="2"/>
          </p:cNvCxnSpPr>
          <p:nvPr/>
        </p:nvCxnSpPr>
        <p:spPr>
          <a:xfrm flipV="1">
            <a:off x="6663632" y="4918102"/>
            <a:ext cx="358848" cy="5750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Arrow Connector 810">
            <a:extLst>
              <a:ext uri="{FF2B5EF4-FFF2-40B4-BE49-F238E27FC236}">
                <a16:creationId xmlns:a16="http://schemas.microsoft.com/office/drawing/2014/main" id="{3564EB26-AF81-B0F9-CD96-514DED9456F9}"/>
              </a:ext>
            </a:extLst>
          </p:cNvPr>
          <p:cNvCxnSpPr>
            <a:cxnSpLocks/>
            <a:stCxn id="777" idx="6"/>
            <a:endCxn id="799" idx="2"/>
          </p:cNvCxnSpPr>
          <p:nvPr/>
        </p:nvCxnSpPr>
        <p:spPr>
          <a:xfrm>
            <a:off x="6663634" y="5116827"/>
            <a:ext cx="358847" cy="1760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Arrow Connector 818">
            <a:extLst>
              <a:ext uri="{FF2B5EF4-FFF2-40B4-BE49-F238E27FC236}">
                <a16:creationId xmlns:a16="http://schemas.microsoft.com/office/drawing/2014/main" id="{E6B7CDF9-05C1-468C-3CA3-B3A304CA1574}"/>
              </a:ext>
            </a:extLst>
          </p:cNvPr>
          <p:cNvCxnSpPr>
            <a:cxnSpLocks/>
            <a:stCxn id="792" idx="6"/>
            <a:endCxn id="799" idx="2"/>
          </p:cNvCxnSpPr>
          <p:nvPr/>
        </p:nvCxnSpPr>
        <p:spPr>
          <a:xfrm>
            <a:off x="6663634" y="4364159"/>
            <a:ext cx="358847" cy="928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2" name="Straight Arrow Connector 821">
            <a:extLst>
              <a:ext uri="{FF2B5EF4-FFF2-40B4-BE49-F238E27FC236}">
                <a16:creationId xmlns:a16="http://schemas.microsoft.com/office/drawing/2014/main" id="{6C41D0E0-719F-51D8-1099-BC8D1F687DD6}"/>
              </a:ext>
            </a:extLst>
          </p:cNvPr>
          <p:cNvCxnSpPr>
            <a:cxnSpLocks/>
            <a:stCxn id="776" idx="6"/>
            <a:endCxn id="799" idx="2"/>
          </p:cNvCxnSpPr>
          <p:nvPr/>
        </p:nvCxnSpPr>
        <p:spPr>
          <a:xfrm>
            <a:off x="6663634" y="4740493"/>
            <a:ext cx="358847" cy="5524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Arrow Connector 822">
            <a:extLst>
              <a:ext uri="{FF2B5EF4-FFF2-40B4-BE49-F238E27FC236}">
                <a16:creationId xmlns:a16="http://schemas.microsoft.com/office/drawing/2014/main" id="{43A9C8D0-9125-044B-8C6A-61CDCFE9FDDB}"/>
              </a:ext>
            </a:extLst>
          </p:cNvPr>
          <p:cNvCxnSpPr>
            <a:cxnSpLocks/>
            <a:stCxn id="778" idx="6"/>
            <a:endCxn id="799" idx="2"/>
          </p:cNvCxnSpPr>
          <p:nvPr/>
        </p:nvCxnSpPr>
        <p:spPr>
          <a:xfrm flipV="1">
            <a:off x="6663632" y="5292906"/>
            <a:ext cx="358848" cy="20025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Arrow Connector 824">
            <a:extLst>
              <a:ext uri="{FF2B5EF4-FFF2-40B4-BE49-F238E27FC236}">
                <a16:creationId xmlns:a16="http://schemas.microsoft.com/office/drawing/2014/main" id="{7B153194-B6E7-45DA-3D58-206E22FECB10}"/>
              </a:ext>
            </a:extLst>
          </p:cNvPr>
          <p:cNvCxnSpPr>
            <a:cxnSpLocks/>
            <a:stCxn id="776" idx="6"/>
            <a:endCxn id="798" idx="2"/>
          </p:cNvCxnSpPr>
          <p:nvPr/>
        </p:nvCxnSpPr>
        <p:spPr>
          <a:xfrm>
            <a:off x="6663634" y="4740494"/>
            <a:ext cx="358847" cy="177609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Arrow Connector 825">
            <a:extLst>
              <a:ext uri="{FF2B5EF4-FFF2-40B4-BE49-F238E27FC236}">
                <a16:creationId xmlns:a16="http://schemas.microsoft.com/office/drawing/2014/main" id="{91F2F353-3343-1180-A437-9834B9863A39}"/>
              </a:ext>
            </a:extLst>
          </p:cNvPr>
          <p:cNvCxnSpPr>
            <a:cxnSpLocks/>
            <a:stCxn id="777" idx="6"/>
            <a:endCxn id="798" idx="2"/>
          </p:cNvCxnSpPr>
          <p:nvPr/>
        </p:nvCxnSpPr>
        <p:spPr>
          <a:xfrm flipV="1">
            <a:off x="6663634" y="4918103"/>
            <a:ext cx="358847" cy="19872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Arrow Connector 826">
            <a:extLst>
              <a:ext uri="{FF2B5EF4-FFF2-40B4-BE49-F238E27FC236}">
                <a16:creationId xmlns:a16="http://schemas.microsoft.com/office/drawing/2014/main" id="{F55332C2-0DD6-B25A-C85C-DA09F0D66317}"/>
              </a:ext>
            </a:extLst>
          </p:cNvPr>
          <p:cNvCxnSpPr>
            <a:cxnSpLocks/>
            <a:stCxn id="792" idx="6"/>
            <a:endCxn id="798" idx="2"/>
          </p:cNvCxnSpPr>
          <p:nvPr/>
        </p:nvCxnSpPr>
        <p:spPr>
          <a:xfrm>
            <a:off x="6663634" y="4364160"/>
            <a:ext cx="358847" cy="5539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Arrow Connector 827">
            <a:extLst>
              <a:ext uri="{FF2B5EF4-FFF2-40B4-BE49-F238E27FC236}">
                <a16:creationId xmlns:a16="http://schemas.microsoft.com/office/drawing/2014/main" id="{3AEE5DE3-982C-F41E-92F0-E78CE72AF105}"/>
              </a:ext>
            </a:extLst>
          </p:cNvPr>
          <p:cNvCxnSpPr>
            <a:cxnSpLocks/>
          </p:cNvCxnSpPr>
          <p:nvPr/>
        </p:nvCxnSpPr>
        <p:spPr>
          <a:xfrm>
            <a:off x="7238033" y="4535758"/>
            <a:ext cx="251077" cy="0"/>
          </a:xfrm>
          <a:prstGeom prst="straightConnector1">
            <a:avLst/>
          </a:prstGeom>
          <a:ln w="412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Arrow Connector 828">
            <a:extLst>
              <a:ext uri="{FF2B5EF4-FFF2-40B4-BE49-F238E27FC236}">
                <a16:creationId xmlns:a16="http://schemas.microsoft.com/office/drawing/2014/main" id="{C4926A6C-6842-AAB3-DCF4-37D432AFE8C2}"/>
              </a:ext>
            </a:extLst>
          </p:cNvPr>
          <p:cNvCxnSpPr>
            <a:cxnSpLocks/>
          </p:cNvCxnSpPr>
          <p:nvPr/>
        </p:nvCxnSpPr>
        <p:spPr>
          <a:xfrm>
            <a:off x="7238033" y="5297758"/>
            <a:ext cx="251077" cy="0"/>
          </a:xfrm>
          <a:prstGeom prst="straightConnector1">
            <a:avLst/>
          </a:prstGeom>
          <a:ln w="412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0" name="Oval 829">
            <a:extLst>
              <a:ext uri="{FF2B5EF4-FFF2-40B4-BE49-F238E27FC236}">
                <a16:creationId xmlns:a16="http://schemas.microsoft.com/office/drawing/2014/main" id="{60E2F467-C54E-26A6-9FF0-3C332F94DD0F}"/>
              </a:ext>
            </a:extLst>
          </p:cNvPr>
          <p:cNvSpPr/>
          <p:nvPr/>
        </p:nvSpPr>
        <p:spPr>
          <a:xfrm>
            <a:off x="7345983" y="4754214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FB3F8265-43CB-FE8C-E3F0-628FD3C1F79C}"/>
              </a:ext>
            </a:extLst>
          </p:cNvPr>
          <p:cNvSpPr/>
          <p:nvPr/>
        </p:nvSpPr>
        <p:spPr>
          <a:xfrm>
            <a:off x="7345983" y="4906614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2B143113-7A4A-F91C-0B88-18444F7E05D9}"/>
              </a:ext>
            </a:extLst>
          </p:cNvPr>
          <p:cNvSpPr/>
          <p:nvPr/>
        </p:nvSpPr>
        <p:spPr>
          <a:xfrm>
            <a:off x="7345983" y="5059014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96B28FDB-49D0-1FC2-43C0-3522C02799C1}"/>
                  </a:ext>
                </a:extLst>
              </p:cNvPr>
              <p:cNvSpPr txBox="1"/>
              <p:nvPr/>
            </p:nvSpPr>
            <p:spPr>
              <a:xfrm>
                <a:off x="7403734" y="4324569"/>
                <a:ext cx="709507" cy="408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sSub>
                            <m:sSubPr>
                              <m:ctrlPr>
                                <a:rPr lang="ar-AE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96B28FDB-49D0-1FC2-43C0-3522C0279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734" y="4324569"/>
                <a:ext cx="709507" cy="408317"/>
              </a:xfrm>
              <a:prstGeom prst="rect">
                <a:avLst/>
              </a:prstGeom>
              <a:blipFill>
                <a:blip r:embed="rId16"/>
                <a:stretch>
                  <a:fillRect t="-6061" r="-12500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5F3F5961-E35C-9E0A-9EEB-1FFE35A83D56}"/>
                  </a:ext>
                </a:extLst>
              </p:cNvPr>
              <p:cNvSpPr txBox="1"/>
              <p:nvPr/>
            </p:nvSpPr>
            <p:spPr>
              <a:xfrm>
                <a:off x="7427071" y="5053080"/>
                <a:ext cx="709507" cy="415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sSub>
                            <m:sSubPr>
                              <m:ctrlPr>
                                <a:rPr lang="en-GB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5F3F5961-E35C-9E0A-9EEB-1FFE35A83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7071" y="5053080"/>
                <a:ext cx="709507" cy="415114"/>
              </a:xfrm>
              <a:prstGeom prst="rect">
                <a:avLst/>
              </a:prstGeom>
              <a:blipFill>
                <a:blip r:embed="rId17"/>
                <a:stretch>
                  <a:fillRect t="-5882" r="-15789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805950E0-14EE-82A1-5605-91A6BCBDDE22}"/>
              </a:ext>
            </a:extLst>
          </p:cNvPr>
          <p:cNvCxnSpPr>
            <a:cxnSpLocks/>
          </p:cNvCxnSpPr>
          <p:nvPr/>
        </p:nvCxnSpPr>
        <p:spPr>
          <a:xfrm>
            <a:off x="5764484" y="4535758"/>
            <a:ext cx="251077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C2A2A6D5-5286-FA8F-C21F-8B24003D5B58}"/>
              </a:ext>
            </a:extLst>
          </p:cNvPr>
          <p:cNvCxnSpPr>
            <a:cxnSpLocks/>
          </p:cNvCxnSpPr>
          <p:nvPr/>
        </p:nvCxnSpPr>
        <p:spPr>
          <a:xfrm>
            <a:off x="5764484" y="5297758"/>
            <a:ext cx="251077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Oval 388">
            <a:extLst>
              <a:ext uri="{FF2B5EF4-FFF2-40B4-BE49-F238E27FC236}">
                <a16:creationId xmlns:a16="http://schemas.microsoft.com/office/drawing/2014/main" id="{7B90E7EB-FEEA-9805-BD0B-8061B8A99B80}"/>
              </a:ext>
            </a:extLst>
          </p:cNvPr>
          <p:cNvSpPr/>
          <p:nvPr/>
        </p:nvSpPr>
        <p:spPr>
          <a:xfrm>
            <a:off x="5826898" y="4749299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BA8198E8-3AEF-AC5B-8FCD-936FBA80B757}"/>
              </a:ext>
            </a:extLst>
          </p:cNvPr>
          <p:cNvSpPr/>
          <p:nvPr/>
        </p:nvSpPr>
        <p:spPr>
          <a:xfrm>
            <a:off x="5826898" y="4901699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CB9BA410-1DC7-575A-A8AF-0EBD5F3A49C0}"/>
              </a:ext>
            </a:extLst>
          </p:cNvPr>
          <p:cNvSpPr/>
          <p:nvPr/>
        </p:nvSpPr>
        <p:spPr>
          <a:xfrm>
            <a:off x="5826898" y="5054099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0767BBA2-C390-C958-7292-62B41697581F}"/>
                  </a:ext>
                </a:extLst>
              </p:cNvPr>
              <p:cNvSpPr txBox="1"/>
              <p:nvPr/>
            </p:nvSpPr>
            <p:spPr>
              <a:xfrm>
                <a:off x="5278000" y="4682437"/>
                <a:ext cx="7095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ar-AE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0767BBA2-C390-C958-7292-62B416975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000" y="4682437"/>
                <a:ext cx="709507" cy="369332"/>
              </a:xfrm>
              <a:prstGeom prst="rect">
                <a:avLst/>
              </a:prstGeom>
              <a:blipFill>
                <a:blip r:embed="rId18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3" name="Double Bracket 392">
            <a:extLst>
              <a:ext uri="{FF2B5EF4-FFF2-40B4-BE49-F238E27FC236}">
                <a16:creationId xmlns:a16="http://schemas.microsoft.com/office/drawing/2014/main" id="{577C6BDF-441D-4DBF-F6D5-71947252933A}"/>
              </a:ext>
            </a:extLst>
          </p:cNvPr>
          <p:cNvSpPr/>
          <p:nvPr/>
        </p:nvSpPr>
        <p:spPr>
          <a:xfrm>
            <a:off x="14136337" y="4193376"/>
            <a:ext cx="584200" cy="124274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8411DF15-3D36-D2EB-19E5-C688EF3EC15E}"/>
                  </a:ext>
                </a:extLst>
              </p:cNvPr>
              <p:cNvSpPr txBox="1"/>
              <p:nvPr/>
            </p:nvSpPr>
            <p:spPr>
              <a:xfrm>
                <a:off x="14130006" y="4211630"/>
                <a:ext cx="709507" cy="419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sSub>
                            <m:sSubPr>
                              <m:ctrlPr>
                                <a:rPr lang="ar-AE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a:rPr lang="ar-AE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8411DF15-3D36-D2EB-19E5-C688EF3EC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0006" y="4211630"/>
                <a:ext cx="709507" cy="419410"/>
              </a:xfrm>
              <a:prstGeom prst="rect">
                <a:avLst/>
              </a:prstGeom>
              <a:blipFill>
                <a:blip r:embed="rId19"/>
                <a:stretch>
                  <a:fillRect t="-5882" r="-10526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A401C307-A50A-8995-7119-E1188888738F}"/>
                  </a:ext>
                </a:extLst>
              </p:cNvPr>
              <p:cNvSpPr txBox="1"/>
              <p:nvPr/>
            </p:nvSpPr>
            <p:spPr>
              <a:xfrm>
                <a:off x="14091650" y="5033058"/>
                <a:ext cx="709507" cy="414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sSub>
                            <m:sSubPr>
                              <m:ctrlPr>
                                <a:rPr lang="ar-AE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ar-AE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a:rPr lang="ar-AE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A401C307-A50A-8995-7119-E11888887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1650" y="5033058"/>
                <a:ext cx="709507" cy="414665"/>
              </a:xfrm>
              <a:prstGeom prst="rect">
                <a:avLst/>
              </a:prstGeom>
              <a:blipFill>
                <a:blip r:embed="rId20"/>
                <a:stretch>
                  <a:fillRect t="-5882" r="-17544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6" name="Oval 395">
            <a:extLst>
              <a:ext uri="{FF2B5EF4-FFF2-40B4-BE49-F238E27FC236}">
                <a16:creationId xmlns:a16="http://schemas.microsoft.com/office/drawing/2014/main" id="{B92CBE93-208D-C40F-4AC4-2873A6E0E3CA}"/>
              </a:ext>
            </a:extLst>
          </p:cNvPr>
          <p:cNvSpPr/>
          <p:nvPr/>
        </p:nvSpPr>
        <p:spPr>
          <a:xfrm>
            <a:off x="14403293" y="4627614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ED15E1C9-5E25-F777-5C02-08D02B97A5E6}"/>
              </a:ext>
            </a:extLst>
          </p:cNvPr>
          <p:cNvSpPr/>
          <p:nvPr/>
        </p:nvSpPr>
        <p:spPr>
          <a:xfrm>
            <a:off x="14403293" y="4780014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4ACF5581-81C3-F4C0-30F7-D0837B30DDDE}"/>
              </a:ext>
            </a:extLst>
          </p:cNvPr>
          <p:cNvSpPr/>
          <p:nvPr/>
        </p:nvSpPr>
        <p:spPr>
          <a:xfrm>
            <a:off x="14403293" y="4932414"/>
            <a:ext cx="55418" cy="5541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pic>
        <p:nvPicPr>
          <p:cNvPr id="409" name="Picture 408">
            <a:extLst>
              <a:ext uri="{FF2B5EF4-FFF2-40B4-BE49-F238E27FC236}">
                <a16:creationId xmlns:a16="http://schemas.microsoft.com/office/drawing/2014/main" id="{BD5B3374-798C-6125-62FC-E051C098C3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4" r="77933" b="-1525"/>
          <a:stretch>
            <a:fillRect/>
          </a:stretch>
        </p:blipFill>
        <p:spPr>
          <a:xfrm>
            <a:off x="12820230" y="4345699"/>
            <a:ext cx="800667" cy="987956"/>
          </a:xfrm>
          <a:prstGeom prst="rect">
            <a:avLst/>
          </a:prstGeom>
        </p:spPr>
      </p:pic>
      <p:sp>
        <p:nvSpPr>
          <p:cNvPr id="412" name="Double Bracket 411">
            <a:extLst>
              <a:ext uri="{FF2B5EF4-FFF2-40B4-BE49-F238E27FC236}">
                <a16:creationId xmlns:a16="http://schemas.microsoft.com/office/drawing/2014/main" id="{F617FB26-1204-4568-5FF6-58161D58E36A}"/>
              </a:ext>
            </a:extLst>
          </p:cNvPr>
          <p:cNvSpPr/>
          <p:nvPr/>
        </p:nvSpPr>
        <p:spPr>
          <a:xfrm>
            <a:off x="13686210" y="4141996"/>
            <a:ext cx="2539644" cy="128179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Double Bracket 413">
            <a:extLst>
              <a:ext uri="{FF2B5EF4-FFF2-40B4-BE49-F238E27FC236}">
                <a16:creationId xmlns:a16="http://schemas.microsoft.com/office/drawing/2014/main" id="{43E5B891-C880-E602-B9A5-2F6BA9FA41E9}"/>
              </a:ext>
            </a:extLst>
          </p:cNvPr>
          <p:cNvSpPr/>
          <p:nvPr/>
        </p:nvSpPr>
        <p:spPr>
          <a:xfrm>
            <a:off x="15319934" y="4197131"/>
            <a:ext cx="584200" cy="124274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26916DC2-836A-76F1-F51B-E9EB27FC225A}"/>
                  </a:ext>
                </a:extLst>
              </p:cNvPr>
              <p:cNvSpPr txBox="1"/>
              <p:nvPr/>
            </p:nvSpPr>
            <p:spPr>
              <a:xfrm>
                <a:off x="15313603" y="4215385"/>
                <a:ext cx="709507" cy="412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sSub>
                            <m:sSubPr>
                              <m:ctrlPr>
                                <a:rPr lang="ar-AE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5" name="TextBox 414">
                <a:extLst>
                  <a:ext uri="{FF2B5EF4-FFF2-40B4-BE49-F238E27FC236}">
                    <a16:creationId xmlns:a16="http://schemas.microsoft.com/office/drawing/2014/main" id="{26916DC2-836A-76F1-F51B-E9EB27FC2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3603" y="4215385"/>
                <a:ext cx="709507" cy="412549"/>
              </a:xfrm>
              <a:prstGeom prst="rect">
                <a:avLst/>
              </a:prstGeom>
              <a:blipFill>
                <a:blip r:embed="rId21"/>
                <a:stretch>
                  <a:fillRect t="-9091" r="-10526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032B382E-4F47-2335-6E77-C6E606E89807}"/>
                  </a:ext>
                </a:extLst>
              </p:cNvPr>
              <p:cNvSpPr txBox="1"/>
              <p:nvPr/>
            </p:nvSpPr>
            <p:spPr>
              <a:xfrm>
                <a:off x="15275247" y="5036813"/>
                <a:ext cx="709507" cy="695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GB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sSub>
                            <m:sSubPr>
                              <m:ctrlPr>
                                <a:rPr lang="ar-AE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ar-AE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</m:oMath>
                  </m:oMathPara>
                </a14:m>
                <a:endParaRPr lang="ar-AE" dirty="0">
                  <a:solidFill>
                    <a:srgbClr val="C00000"/>
                  </a:solidFill>
                </a:endParaRPr>
              </a:p>
              <a:p>
                <a:endParaRPr lang="ar-A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032B382E-4F47-2335-6E77-C6E606E89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5247" y="5036813"/>
                <a:ext cx="709507" cy="695896"/>
              </a:xfrm>
              <a:prstGeom prst="rect">
                <a:avLst/>
              </a:prstGeom>
              <a:blipFill>
                <a:blip r:embed="rId22"/>
                <a:stretch>
                  <a:fillRect l="-7018" t="-1786" r="-17544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7" name="Oval 416">
            <a:extLst>
              <a:ext uri="{FF2B5EF4-FFF2-40B4-BE49-F238E27FC236}">
                <a16:creationId xmlns:a16="http://schemas.microsoft.com/office/drawing/2014/main" id="{151987D1-E3EE-BA6D-D9E1-D6131E0E6A59}"/>
              </a:ext>
            </a:extLst>
          </p:cNvPr>
          <p:cNvSpPr/>
          <p:nvPr/>
        </p:nvSpPr>
        <p:spPr>
          <a:xfrm>
            <a:off x="15586890" y="4631369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9468A30B-7299-FAE8-3E57-542326986CE1}"/>
              </a:ext>
            </a:extLst>
          </p:cNvPr>
          <p:cNvSpPr/>
          <p:nvPr/>
        </p:nvSpPr>
        <p:spPr>
          <a:xfrm>
            <a:off x="15586890" y="4783769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FAE117F3-58CE-AFD9-B3FC-DF3A92D7B351}"/>
              </a:ext>
            </a:extLst>
          </p:cNvPr>
          <p:cNvSpPr/>
          <p:nvPr/>
        </p:nvSpPr>
        <p:spPr>
          <a:xfrm>
            <a:off x="15586890" y="4936169"/>
            <a:ext cx="55418" cy="5541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CD98D3D5-F430-B9C0-D25F-C78695F8FCBB}"/>
                  </a:ext>
                </a:extLst>
              </p:cNvPr>
              <p:cNvSpPr txBox="1"/>
              <p:nvPr/>
            </p:nvSpPr>
            <p:spPr>
              <a:xfrm>
                <a:off x="14801157" y="5015804"/>
                <a:ext cx="3862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200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CD98D3D5-F430-B9C0-D25F-C78695F8F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1157" y="5015804"/>
                <a:ext cx="386276" cy="58477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25" name="Picture 424">
            <a:extLst>
              <a:ext uri="{FF2B5EF4-FFF2-40B4-BE49-F238E27FC236}">
                <a16:creationId xmlns:a16="http://schemas.microsoft.com/office/drawing/2014/main" id="{3007F2BF-4846-2B5D-62D1-B4D075E67B41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-11516" r="52429" b="-730"/>
          <a:stretch>
            <a:fillRect/>
          </a:stretch>
        </p:blipFill>
        <p:spPr>
          <a:xfrm>
            <a:off x="1636473" y="6723338"/>
            <a:ext cx="1955723" cy="884467"/>
          </a:xfrm>
          <a:prstGeom prst="rect">
            <a:avLst/>
          </a:prstGeom>
        </p:spPr>
      </p:pic>
      <p:sp>
        <p:nvSpPr>
          <p:cNvPr id="426" name="Right Arrow 425">
            <a:extLst>
              <a:ext uri="{FF2B5EF4-FFF2-40B4-BE49-F238E27FC236}">
                <a16:creationId xmlns:a16="http://schemas.microsoft.com/office/drawing/2014/main" id="{6AFA38DD-EE58-49C4-F880-A727E91F3BAC}"/>
              </a:ext>
            </a:extLst>
          </p:cNvPr>
          <p:cNvSpPr/>
          <p:nvPr/>
        </p:nvSpPr>
        <p:spPr>
          <a:xfrm>
            <a:off x="3974993" y="7046647"/>
            <a:ext cx="1064716" cy="2147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AFDAA533-F061-CE62-3B0D-5C641CC983B6}"/>
              </a:ext>
            </a:extLst>
          </p:cNvPr>
          <p:cNvSpPr txBox="1"/>
          <p:nvPr/>
        </p:nvSpPr>
        <p:spPr>
          <a:xfrm>
            <a:off x="3599227" y="6420963"/>
            <a:ext cx="1782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Uses a bilinear layer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architecture</a:t>
            </a:r>
          </a:p>
        </p:txBody>
      </p:sp>
      <p:pic>
        <p:nvPicPr>
          <p:cNvPr id="433" name="Picture 432">
            <a:extLst>
              <a:ext uri="{FF2B5EF4-FFF2-40B4-BE49-F238E27FC236}">
                <a16:creationId xmlns:a16="http://schemas.microsoft.com/office/drawing/2014/main" id="{A5F6270D-5E22-355D-0F13-3B1246F0F7E0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56496" t="-3300" r="-4067" b="-8946"/>
          <a:stretch>
            <a:fillRect/>
          </a:stretch>
        </p:blipFill>
        <p:spPr>
          <a:xfrm>
            <a:off x="18229226" y="6682026"/>
            <a:ext cx="2386279" cy="107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80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C66D0D6-AEAC-0F0F-C08B-E59631205746}"/>
              </a:ext>
            </a:extLst>
          </p:cNvPr>
          <p:cNvSpPr/>
          <p:nvPr/>
        </p:nvSpPr>
        <p:spPr>
          <a:xfrm>
            <a:off x="6373236" y="203625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8814510-6206-2470-0782-363DEE15D9A2}"/>
              </a:ext>
            </a:extLst>
          </p:cNvPr>
          <p:cNvSpPr/>
          <p:nvPr/>
        </p:nvSpPr>
        <p:spPr>
          <a:xfrm>
            <a:off x="6373236" y="403279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C743E5-A3C2-9B8E-461B-FB59831D3EF7}"/>
              </a:ext>
            </a:extLst>
          </p:cNvPr>
          <p:cNvSpPr/>
          <p:nvPr/>
        </p:nvSpPr>
        <p:spPr>
          <a:xfrm>
            <a:off x="7777493" y="455927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7D7ACB-3733-0AF6-80F4-F94FC7A68E68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6650326" y="2174804"/>
            <a:ext cx="1127166" cy="25230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9BFB5A-506E-0D39-EE92-7094ED7C6EA7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650326" y="4171336"/>
            <a:ext cx="1127166" cy="5264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09B2B04-ECDB-AB0B-0F06-49F33F8D1D81}"/>
              </a:ext>
            </a:extLst>
          </p:cNvPr>
          <p:cNvSpPr/>
          <p:nvPr/>
        </p:nvSpPr>
        <p:spPr>
          <a:xfrm>
            <a:off x="6477141" y="2950652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B9FA57-EEB6-190B-A08B-76F316DA2143}"/>
              </a:ext>
            </a:extLst>
          </p:cNvPr>
          <p:cNvSpPr/>
          <p:nvPr/>
        </p:nvSpPr>
        <p:spPr>
          <a:xfrm>
            <a:off x="6477141" y="3103052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EB9B060-1956-1E9A-C9C0-8A31658F3CEB}"/>
              </a:ext>
            </a:extLst>
          </p:cNvPr>
          <p:cNvSpPr/>
          <p:nvPr/>
        </p:nvSpPr>
        <p:spPr>
          <a:xfrm>
            <a:off x="6477141" y="3255452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D8AAC5-62D4-AD0E-40D6-401B2F17E1C8}"/>
              </a:ext>
            </a:extLst>
          </p:cNvPr>
          <p:cNvSpPr/>
          <p:nvPr/>
        </p:nvSpPr>
        <p:spPr>
          <a:xfrm>
            <a:off x="7904161" y="2947621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093CE2F-0BDD-0B2E-615A-46A368FD1F61}"/>
              </a:ext>
            </a:extLst>
          </p:cNvPr>
          <p:cNvSpPr/>
          <p:nvPr/>
        </p:nvSpPr>
        <p:spPr>
          <a:xfrm>
            <a:off x="7904161" y="3100021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C481A88-09BC-ABEA-6636-A9C889CF74A5}"/>
              </a:ext>
            </a:extLst>
          </p:cNvPr>
          <p:cNvSpPr/>
          <p:nvPr/>
        </p:nvSpPr>
        <p:spPr>
          <a:xfrm>
            <a:off x="7904161" y="3252421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BA84F09-2747-726D-0E19-84316387C6AD}"/>
              </a:ext>
            </a:extLst>
          </p:cNvPr>
          <p:cNvSpPr/>
          <p:nvPr/>
        </p:nvSpPr>
        <p:spPr>
          <a:xfrm>
            <a:off x="7777493" y="1614185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065006D-6097-448C-5489-53CCFF4B1F85}"/>
              </a:ext>
            </a:extLst>
          </p:cNvPr>
          <p:cNvCxnSpPr>
            <a:cxnSpLocks/>
            <a:stCxn id="4" idx="6"/>
            <a:endCxn id="25" idx="2"/>
          </p:cNvCxnSpPr>
          <p:nvPr/>
        </p:nvCxnSpPr>
        <p:spPr>
          <a:xfrm flipV="1">
            <a:off x="6650326" y="1752730"/>
            <a:ext cx="1127166" cy="42207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3ED5290-146C-C251-B6C8-AE103C392E0B}"/>
              </a:ext>
            </a:extLst>
          </p:cNvPr>
          <p:cNvCxnSpPr>
            <a:cxnSpLocks/>
            <a:stCxn id="6" idx="6"/>
            <a:endCxn id="25" idx="2"/>
          </p:cNvCxnSpPr>
          <p:nvPr/>
        </p:nvCxnSpPr>
        <p:spPr>
          <a:xfrm flipV="1">
            <a:off x="6650326" y="1752730"/>
            <a:ext cx="1127166" cy="24186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ED4F7DAF-FBD9-8A08-EF91-FBF195E2F829}"/>
              </a:ext>
            </a:extLst>
          </p:cNvPr>
          <p:cNvSpPr/>
          <p:nvPr/>
        </p:nvSpPr>
        <p:spPr>
          <a:xfrm>
            <a:off x="9218368" y="2401427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8A989ED-2749-8B70-5362-A592680FB0B1}"/>
              </a:ext>
            </a:extLst>
          </p:cNvPr>
          <p:cNvSpPr/>
          <p:nvPr/>
        </p:nvSpPr>
        <p:spPr>
          <a:xfrm>
            <a:off x="9218368" y="4545415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4277D37-58F7-E7FD-3B3E-A4487CC1ED1A}"/>
              </a:ext>
            </a:extLst>
          </p:cNvPr>
          <p:cNvSpPr/>
          <p:nvPr/>
        </p:nvSpPr>
        <p:spPr>
          <a:xfrm>
            <a:off x="9345036" y="3490983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3B6EA61-F685-D8D1-15BF-AD2F3022B474}"/>
              </a:ext>
            </a:extLst>
          </p:cNvPr>
          <p:cNvSpPr/>
          <p:nvPr/>
        </p:nvSpPr>
        <p:spPr>
          <a:xfrm>
            <a:off x="9345036" y="3643383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D2EE7B7-7DCC-96DB-BAB2-4782E17183E4}"/>
              </a:ext>
            </a:extLst>
          </p:cNvPr>
          <p:cNvSpPr/>
          <p:nvPr/>
        </p:nvSpPr>
        <p:spPr>
          <a:xfrm>
            <a:off x="9345036" y="3795783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F2DB558-CAAF-EF0D-43D5-8FCF54768552}"/>
              </a:ext>
            </a:extLst>
          </p:cNvPr>
          <p:cNvSpPr/>
          <p:nvPr/>
        </p:nvSpPr>
        <p:spPr>
          <a:xfrm>
            <a:off x="9218368" y="160032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F109A5F-1BE0-8DCB-B24E-EA0ADF1FC0A5}"/>
              </a:ext>
            </a:extLst>
          </p:cNvPr>
          <p:cNvCxnSpPr>
            <a:cxnSpLocks/>
            <a:stCxn id="25" idx="6"/>
            <a:endCxn id="38" idx="2"/>
          </p:cNvCxnSpPr>
          <p:nvPr/>
        </p:nvCxnSpPr>
        <p:spPr>
          <a:xfrm flipV="1">
            <a:off x="8054584" y="1738875"/>
            <a:ext cx="1163784" cy="1385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834BEB-50A3-9126-B4BF-B017E7123983}"/>
              </a:ext>
            </a:extLst>
          </p:cNvPr>
          <p:cNvCxnSpPr>
            <a:cxnSpLocks/>
            <a:stCxn id="9" idx="6"/>
            <a:endCxn id="34" idx="2"/>
          </p:cNvCxnSpPr>
          <p:nvPr/>
        </p:nvCxnSpPr>
        <p:spPr>
          <a:xfrm flipV="1">
            <a:off x="8054584" y="4683961"/>
            <a:ext cx="1163784" cy="1385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F24509D7-20FD-4A83-E580-095F2F8F79A3}"/>
              </a:ext>
            </a:extLst>
          </p:cNvPr>
          <p:cNvSpPr/>
          <p:nvPr/>
        </p:nvSpPr>
        <p:spPr>
          <a:xfrm>
            <a:off x="10231729" y="203539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ABBF12C-BF72-92B3-90F4-9616EC79070C}"/>
              </a:ext>
            </a:extLst>
          </p:cNvPr>
          <p:cNvSpPr/>
          <p:nvPr/>
        </p:nvSpPr>
        <p:spPr>
          <a:xfrm>
            <a:off x="10231729" y="4031930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1ADBAD0-1F60-CF89-A61E-F17A2132F227}"/>
              </a:ext>
            </a:extLst>
          </p:cNvPr>
          <p:cNvSpPr/>
          <p:nvPr/>
        </p:nvSpPr>
        <p:spPr>
          <a:xfrm>
            <a:off x="10335634" y="3406995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36D883B-D728-512C-E068-9E214DEAC9BE}"/>
              </a:ext>
            </a:extLst>
          </p:cNvPr>
          <p:cNvSpPr/>
          <p:nvPr/>
        </p:nvSpPr>
        <p:spPr>
          <a:xfrm>
            <a:off x="10335634" y="3559395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C042C54-82C4-7728-84A7-825038A521CC}"/>
              </a:ext>
            </a:extLst>
          </p:cNvPr>
          <p:cNvSpPr/>
          <p:nvPr/>
        </p:nvSpPr>
        <p:spPr>
          <a:xfrm>
            <a:off x="10335634" y="3711795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06E95FE-11BE-B117-24B7-053AD3EA1FAE}"/>
              </a:ext>
            </a:extLst>
          </p:cNvPr>
          <p:cNvSpPr/>
          <p:nvPr/>
        </p:nvSpPr>
        <p:spPr>
          <a:xfrm>
            <a:off x="8205007" y="1455576"/>
            <a:ext cx="862938" cy="3512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614FF0C-E493-C532-2194-C8DC7B4EC3FD}"/>
              </a:ext>
            </a:extLst>
          </p:cNvPr>
          <p:cNvSpPr/>
          <p:nvPr/>
        </p:nvSpPr>
        <p:spPr>
          <a:xfrm>
            <a:off x="8445973" y="2839815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A55CA2F-C5F3-7A66-28A6-48D97074E6C8}"/>
              </a:ext>
            </a:extLst>
          </p:cNvPr>
          <p:cNvSpPr/>
          <p:nvPr/>
        </p:nvSpPr>
        <p:spPr>
          <a:xfrm>
            <a:off x="8596892" y="2839815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18CA6AD-1124-4867-C27D-35E2A570291E}"/>
              </a:ext>
            </a:extLst>
          </p:cNvPr>
          <p:cNvSpPr/>
          <p:nvPr/>
        </p:nvSpPr>
        <p:spPr>
          <a:xfrm>
            <a:off x="8747814" y="2839815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739BD2B-7BA2-9164-F673-2CD80D49E2BF}"/>
              </a:ext>
            </a:extLst>
          </p:cNvPr>
          <p:cNvCxnSpPr>
            <a:cxnSpLocks/>
          </p:cNvCxnSpPr>
          <p:nvPr/>
        </p:nvCxnSpPr>
        <p:spPr>
          <a:xfrm>
            <a:off x="4866027" y="2153567"/>
            <a:ext cx="15072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E91CC5A-BE75-6670-B711-7754635A310D}"/>
              </a:ext>
            </a:extLst>
          </p:cNvPr>
          <p:cNvCxnSpPr>
            <a:cxnSpLocks/>
          </p:cNvCxnSpPr>
          <p:nvPr/>
        </p:nvCxnSpPr>
        <p:spPr>
          <a:xfrm>
            <a:off x="5019656" y="4171336"/>
            <a:ext cx="11945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Left Brace 94">
            <a:extLst>
              <a:ext uri="{FF2B5EF4-FFF2-40B4-BE49-F238E27FC236}">
                <a16:creationId xmlns:a16="http://schemas.microsoft.com/office/drawing/2014/main" id="{0F636EC3-0A36-6081-993A-F2F55DA2ABA3}"/>
              </a:ext>
            </a:extLst>
          </p:cNvPr>
          <p:cNvSpPr/>
          <p:nvPr/>
        </p:nvSpPr>
        <p:spPr>
          <a:xfrm>
            <a:off x="4439230" y="2192741"/>
            <a:ext cx="277091" cy="211627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5A85084-5965-EB22-F0CF-A947E3C32ED2}"/>
              </a:ext>
            </a:extLst>
          </p:cNvPr>
          <p:cNvSpPr txBox="1"/>
          <p:nvPr/>
        </p:nvSpPr>
        <p:spPr>
          <a:xfrm>
            <a:off x="3100980" y="2401426"/>
            <a:ext cx="1069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Input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9901BAF4-EF5B-B586-B3EE-85DBAD461ECF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6650327" y="2174805"/>
            <a:ext cx="1127165" cy="72042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0BDEF4E-EEB1-82F2-FAEC-14A33CD7E54E}"/>
                  </a:ext>
                </a:extLst>
              </p:cNvPr>
              <p:cNvSpPr txBox="1"/>
              <p:nvPr/>
            </p:nvSpPr>
            <p:spPr>
              <a:xfrm>
                <a:off x="6591896" y="1380816"/>
                <a:ext cx="1069357" cy="565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0BDEF4E-EEB1-82F2-FAEC-14A33CD7E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896" y="1380816"/>
                <a:ext cx="1069357" cy="5658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92AD030C-DC28-3F75-4018-61C3384D4533}"/>
                  </a:ext>
                </a:extLst>
              </p:cNvPr>
              <p:cNvSpPr txBox="1"/>
              <p:nvPr/>
            </p:nvSpPr>
            <p:spPr>
              <a:xfrm>
                <a:off x="6494378" y="4369329"/>
                <a:ext cx="1069357" cy="575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92AD030C-DC28-3F75-4018-61C3384D4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78" y="4369329"/>
                <a:ext cx="1069357" cy="5757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9801721-08D8-21C1-E399-6C6B6C4E1440}"/>
                  </a:ext>
                </a:extLst>
              </p:cNvPr>
              <p:cNvSpPr txBox="1"/>
              <p:nvPr/>
            </p:nvSpPr>
            <p:spPr>
              <a:xfrm>
                <a:off x="6708135" y="1980044"/>
                <a:ext cx="1069357" cy="575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9801721-08D8-21C1-E399-6C6B6C4E1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135" y="1980044"/>
                <a:ext cx="1069357" cy="5757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894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02A3DD0-1758-134F-00A2-E09FC4AF4283}"/>
              </a:ext>
            </a:extLst>
          </p:cNvPr>
          <p:cNvSpPr/>
          <p:nvPr/>
        </p:nvSpPr>
        <p:spPr>
          <a:xfrm>
            <a:off x="6572019" y="203625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147DFE-5E59-2AD4-3F9A-29227F77F766}"/>
              </a:ext>
            </a:extLst>
          </p:cNvPr>
          <p:cNvSpPr/>
          <p:nvPr/>
        </p:nvSpPr>
        <p:spPr>
          <a:xfrm>
            <a:off x="6572019" y="2736573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CEBBE7-042D-B09E-734F-2FDB44498034}"/>
              </a:ext>
            </a:extLst>
          </p:cNvPr>
          <p:cNvSpPr/>
          <p:nvPr/>
        </p:nvSpPr>
        <p:spPr>
          <a:xfrm>
            <a:off x="6572019" y="403279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D5580DA-899E-6351-B52B-51E13C4757F8}"/>
              </a:ext>
            </a:extLst>
          </p:cNvPr>
          <p:cNvSpPr/>
          <p:nvPr/>
        </p:nvSpPr>
        <p:spPr>
          <a:xfrm>
            <a:off x="7777493" y="2415283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780EDF9-5149-2AE5-A434-1C7275F6C8C9}"/>
              </a:ext>
            </a:extLst>
          </p:cNvPr>
          <p:cNvSpPr/>
          <p:nvPr/>
        </p:nvSpPr>
        <p:spPr>
          <a:xfrm>
            <a:off x="7777493" y="304632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6462011-8052-0589-2336-34AF1835CDA1}"/>
              </a:ext>
            </a:extLst>
          </p:cNvPr>
          <p:cNvSpPr/>
          <p:nvPr/>
        </p:nvSpPr>
        <p:spPr>
          <a:xfrm>
            <a:off x="7777493" y="455927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9B334A-FFC6-57A6-346A-EB7FDC4BC8B7}"/>
              </a:ext>
            </a:extLst>
          </p:cNvPr>
          <p:cNvCxnSpPr>
            <a:stCxn id="4" idx="6"/>
            <a:endCxn id="16" idx="2"/>
          </p:cNvCxnSpPr>
          <p:nvPr/>
        </p:nvCxnSpPr>
        <p:spPr>
          <a:xfrm>
            <a:off x="6849110" y="2174805"/>
            <a:ext cx="928383" cy="37902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84FFD0-25D8-593A-0A78-2D9852CD13C8}"/>
              </a:ext>
            </a:extLst>
          </p:cNvPr>
          <p:cNvCxnSpPr>
            <a:cxnSpLocks/>
            <a:stCxn id="4" idx="6"/>
            <a:endCxn id="17" idx="2"/>
          </p:cNvCxnSpPr>
          <p:nvPr/>
        </p:nvCxnSpPr>
        <p:spPr>
          <a:xfrm>
            <a:off x="6849110" y="2174805"/>
            <a:ext cx="928383" cy="101006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967196A-3F6B-4E89-1C47-6F7BA12762E8}"/>
              </a:ext>
            </a:extLst>
          </p:cNvPr>
          <p:cNvCxnSpPr>
            <a:cxnSpLocks/>
            <a:stCxn id="4" idx="6"/>
            <a:endCxn id="19" idx="2"/>
          </p:cNvCxnSpPr>
          <p:nvPr/>
        </p:nvCxnSpPr>
        <p:spPr>
          <a:xfrm>
            <a:off x="6849110" y="2174805"/>
            <a:ext cx="928383" cy="25230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3A200C-6E0E-8F9C-FE09-B9F01FB267A3}"/>
              </a:ext>
            </a:extLst>
          </p:cNvPr>
          <p:cNvCxnSpPr>
            <a:cxnSpLocks/>
            <a:stCxn id="5" idx="6"/>
            <a:endCxn id="16" idx="2"/>
          </p:cNvCxnSpPr>
          <p:nvPr/>
        </p:nvCxnSpPr>
        <p:spPr>
          <a:xfrm flipV="1">
            <a:off x="6849110" y="2553829"/>
            <a:ext cx="928383" cy="32129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6BDFA88-98AC-17B2-E0EF-A1A5A18EC246}"/>
              </a:ext>
            </a:extLst>
          </p:cNvPr>
          <p:cNvCxnSpPr>
            <a:cxnSpLocks/>
            <a:stCxn id="5" idx="6"/>
            <a:endCxn id="17" idx="2"/>
          </p:cNvCxnSpPr>
          <p:nvPr/>
        </p:nvCxnSpPr>
        <p:spPr>
          <a:xfrm>
            <a:off x="6849110" y="2875119"/>
            <a:ext cx="928383" cy="30975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02370B-140F-265D-1E7E-B1309D59D489}"/>
              </a:ext>
            </a:extLst>
          </p:cNvPr>
          <p:cNvCxnSpPr>
            <a:cxnSpLocks/>
            <a:stCxn id="7" idx="6"/>
            <a:endCxn id="19" idx="2"/>
          </p:cNvCxnSpPr>
          <p:nvPr/>
        </p:nvCxnSpPr>
        <p:spPr>
          <a:xfrm>
            <a:off x="6849110" y="4171337"/>
            <a:ext cx="928383" cy="5264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3B23A20-6218-BC26-8254-C912FB613B8E}"/>
              </a:ext>
            </a:extLst>
          </p:cNvPr>
          <p:cNvCxnSpPr>
            <a:cxnSpLocks/>
            <a:stCxn id="5" idx="6"/>
            <a:endCxn id="19" idx="2"/>
          </p:cNvCxnSpPr>
          <p:nvPr/>
        </p:nvCxnSpPr>
        <p:spPr>
          <a:xfrm>
            <a:off x="6849110" y="2875119"/>
            <a:ext cx="928383" cy="182269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162271C-EA53-F6B5-D9C9-2695CB15CFCB}"/>
              </a:ext>
            </a:extLst>
          </p:cNvPr>
          <p:cNvCxnSpPr>
            <a:cxnSpLocks/>
            <a:stCxn id="7" idx="6"/>
            <a:endCxn id="16" idx="2"/>
          </p:cNvCxnSpPr>
          <p:nvPr/>
        </p:nvCxnSpPr>
        <p:spPr>
          <a:xfrm flipV="1">
            <a:off x="6849110" y="2553829"/>
            <a:ext cx="928383" cy="161750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B12EBB2-5E17-B645-6235-653C63309E66}"/>
              </a:ext>
            </a:extLst>
          </p:cNvPr>
          <p:cNvCxnSpPr>
            <a:cxnSpLocks/>
            <a:stCxn id="7" idx="6"/>
            <a:endCxn id="17" idx="2"/>
          </p:cNvCxnSpPr>
          <p:nvPr/>
        </p:nvCxnSpPr>
        <p:spPr>
          <a:xfrm flipV="1">
            <a:off x="6849110" y="3184870"/>
            <a:ext cx="928383" cy="98646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B77F437C-B220-64F6-AE99-64D5CC234A2D}"/>
              </a:ext>
            </a:extLst>
          </p:cNvPr>
          <p:cNvSpPr/>
          <p:nvPr/>
        </p:nvSpPr>
        <p:spPr>
          <a:xfrm>
            <a:off x="6675924" y="3354848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7D0460E-8653-DE9C-6E7C-595EAA7E1F87}"/>
              </a:ext>
            </a:extLst>
          </p:cNvPr>
          <p:cNvSpPr/>
          <p:nvPr/>
        </p:nvSpPr>
        <p:spPr>
          <a:xfrm>
            <a:off x="6675924" y="3507248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56F119D-949A-5898-CBF9-11DF3A9E2175}"/>
              </a:ext>
            </a:extLst>
          </p:cNvPr>
          <p:cNvSpPr/>
          <p:nvPr/>
        </p:nvSpPr>
        <p:spPr>
          <a:xfrm>
            <a:off x="6675924" y="3659648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B04CF79-0051-9C97-872E-F647FB7B4231}"/>
              </a:ext>
            </a:extLst>
          </p:cNvPr>
          <p:cNvSpPr/>
          <p:nvPr/>
        </p:nvSpPr>
        <p:spPr>
          <a:xfrm>
            <a:off x="7904161" y="3504839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D291D25-0220-23EF-EC2B-467A1A6DE299}"/>
              </a:ext>
            </a:extLst>
          </p:cNvPr>
          <p:cNvSpPr/>
          <p:nvPr/>
        </p:nvSpPr>
        <p:spPr>
          <a:xfrm>
            <a:off x="7904161" y="3657239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57CD037-7C87-6665-8A91-50762E17315C}"/>
              </a:ext>
            </a:extLst>
          </p:cNvPr>
          <p:cNvSpPr/>
          <p:nvPr/>
        </p:nvSpPr>
        <p:spPr>
          <a:xfrm>
            <a:off x="7904161" y="3809639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9367BE0-FC73-5B30-F594-E8AEF1FD223B}"/>
              </a:ext>
            </a:extLst>
          </p:cNvPr>
          <p:cNvSpPr/>
          <p:nvPr/>
        </p:nvSpPr>
        <p:spPr>
          <a:xfrm>
            <a:off x="7777493" y="1614185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04E854C-AA4A-6602-D13F-50A40CFA25F9}"/>
              </a:ext>
            </a:extLst>
          </p:cNvPr>
          <p:cNvCxnSpPr>
            <a:cxnSpLocks/>
            <a:stCxn id="4" idx="6"/>
            <a:endCxn id="69" idx="2"/>
          </p:cNvCxnSpPr>
          <p:nvPr/>
        </p:nvCxnSpPr>
        <p:spPr>
          <a:xfrm flipV="1">
            <a:off x="6849110" y="1752731"/>
            <a:ext cx="928383" cy="42207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450AD9B-801C-C299-77FA-5EC2F69F3F39}"/>
              </a:ext>
            </a:extLst>
          </p:cNvPr>
          <p:cNvCxnSpPr>
            <a:cxnSpLocks/>
            <a:stCxn id="5" idx="6"/>
            <a:endCxn id="69" idx="2"/>
          </p:cNvCxnSpPr>
          <p:nvPr/>
        </p:nvCxnSpPr>
        <p:spPr>
          <a:xfrm flipV="1">
            <a:off x="6849110" y="1752731"/>
            <a:ext cx="928383" cy="112238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F7E4FEA-41F2-EE1E-2C4A-7E5CFBDD700D}"/>
              </a:ext>
            </a:extLst>
          </p:cNvPr>
          <p:cNvCxnSpPr>
            <a:cxnSpLocks/>
            <a:stCxn id="7" idx="6"/>
            <a:endCxn id="69" idx="2"/>
          </p:cNvCxnSpPr>
          <p:nvPr/>
        </p:nvCxnSpPr>
        <p:spPr>
          <a:xfrm flipV="1">
            <a:off x="6849110" y="1752731"/>
            <a:ext cx="928383" cy="24186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C4528412-9E0C-80D2-D65A-BD11FEE40EB9}"/>
              </a:ext>
            </a:extLst>
          </p:cNvPr>
          <p:cNvSpPr/>
          <p:nvPr/>
        </p:nvSpPr>
        <p:spPr>
          <a:xfrm>
            <a:off x="8326705" y="2879571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6FB2AE8-94C9-6B6B-13C4-3B5C210CBD6F}"/>
              </a:ext>
            </a:extLst>
          </p:cNvPr>
          <p:cNvSpPr/>
          <p:nvPr/>
        </p:nvSpPr>
        <p:spPr>
          <a:xfrm>
            <a:off x="8477624" y="2879571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438001D-7DFE-5E81-70B1-62EED7EBC867}"/>
              </a:ext>
            </a:extLst>
          </p:cNvPr>
          <p:cNvSpPr/>
          <p:nvPr/>
        </p:nvSpPr>
        <p:spPr>
          <a:xfrm>
            <a:off x="8628546" y="2879571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326B5BB-2DD2-F7DC-4741-865D28CF5F2C}"/>
              </a:ext>
            </a:extLst>
          </p:cNvPr>
          <p:cNvSpPr/>
          <p:nvPr/>
        </p:nvSpPr>
        <p:spPr>
          <a:xfrm>
            <a:off x="8926824" y="2401427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2AD086C9-0777-BD3C-1DAA-9C01856F435E}"/>
              </a:ext>
            </a:extLst>
          </p:cNvPr>
          <p:cNvSpPr/>
          <p:nvPr/>
        </p:nvSpPr>
        <p:spPr>
          <a:xfrm>
            <a:off x="8926824" y="303246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B6977AD-B415-B713-99F4-CF246E5E4B03}"/>
              </a:ext>
            </a:extLst>
          </p:cNvPr>
          <p:cNvSpPr/>
          <p:nvPr/>
        </p:nvSpPr>
        <p:spPr>
          <a:xfrm>
            <a:off x="8926824" y="4545415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413BB8D-19A3-46A3-2718-418130445A97}"/>
              </a:ext>
            </a:extLst>
          </p:cNvPr>
          <p:cNvSpPr/>
          <p:nvPr/>
        </p:nvSpPr>
        <p:spPr>
          <a:xfrm>
            <a:off x="9053492" y="3490983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44B082D0-22DC-F39E-83DC-E96AD26F7FF5}"/>
              </a:ext>
            </a:extLst>
          </p:cNvPr>
          <p:cNvSpPr/>
          <p:nvPr/>
        </p:nvSpPr>
        <p:spPr>
          <a:xfrm>
            <a:off x="9053492" y="3643383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5D46EA9B-52AD-E3F3-B39F-44D7039576F9}"/>
              </a:ext>
            </a:extLst>
          </p:cNvPr>
          <p:cNvSpPr/>
          <p:nvPr/>
        </p:nvSpPr>
        <p:spPr>
          <a:xfrm>
            <a:off x="9053492" y="3795783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876A5DA-D2F2-EA40-3275-EBC4888134D2}"/>
              </a:ext>
            </a:extLst>
          </p:cNvPr>
          <p:cNvSpPr/>
          <p:nvPr/>
        </p:nvSpPr>
        <p:spPr>
          <a:xfrm>
            <a:off x="8926824" y="160032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B9461F0-FD78-615F-B160-80918DA91FC0}"/>
              </a:ext>
            </a:extLst>
          </p:cNvPr>
          <p:cNvSpPr/>
          <p:nvPr/>
        </p:nvSpPr>
        <p:spPr>
          <a:xfrm>
            <a:off x="10005242" y="2052437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BE9D6D5-346C-2464-F667-C3EF94B3A6CE}"/>
              </a:ext>
            </a:extLst>
          </p:cNvPr>
          <p:cNvSpPr/>
          <p:nvPr/>
        </p:nvSpPr>
        <p:spPr>
          <a:xfrm>
            <a:off x="10005242" y="275275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3E95A2-EF25-D9B2-5AFC-BE9C8A53DA73}"/>
              </a:ext>
            </a:extLst>
          </p:cNvPr>
          <p:cNvSpPr/>
          <p:nvPr/>
        </p:nvSpPr>
        <p:spPr>
          <a:xfrm>
            <a:off x="10005242" y="404896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BE8625-344B-EA85-9CEF-551D930B2D1E}"/>
              </a:ext>
            </a:extLst>
          </p:cNvPr>
          <p:cNvSpPr/>
          <p:nvPr/>
        </p:nvSpPr>
        <p:spPr>
          <a:xfrm>
            <a:off x="10109147" y="3384278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5391D8-BE79-E204-FEF0-862EBAE2D9A0}"/>
              </a:ext>
            </a:extLst>
          </p:cNvPr>
          <p:cNvSpPr/>
          <p:nvPr/>
        </p:nvSpPr>
        <p:spPr>
          <a:xfrm>
            <a:off x="10109147" y="3536678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DE0E191-B596-F68E-A951-FFDF4D0320F8}"/>
              </a:ext>
            </a:extLst>
          </p:cNvPr>
          <p:cNvSpPr/>
          <p:nvPr/>
        </p:nvSpPr>
        <p:spPr>
          <a:xfrm>
            <a:off x="10109147" y="3689078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7C3E3DC-2D04-7360-4584-B613F3A59E55}"/>
              </a:ext>
            </a:extLst>
          </p:cNvPr>
          <p:cNvCxnSpPr>
            <a:cxnSpLocks/>
            <a:stCxn id="2" idx="2"/>
            <a:endCxn id="111" idx="6"/>
          </p:cNvCxnSpPr>
          <p:nvPr/>
        </p:nvCxnSpPr>
        <p:spPr>
          <a:xfrm flipH="1" flipV="1">
            <a:off x="9203915" y="1738875"/>
            <a:ext cx="801327" cy="45210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7764811-F195-07B0-D664-4B2F0DD3EC03}"/>
              </a:ext>
            </a:extLst>
          </p:cNvPr>
          <p:cNvCxnSpPr>
            <a:cxnSpLocks/>
            <a:stCxn id="3" idx="2"/>
            <a:endCxn id="111" idx="6"/>
          </p:cNvCxnSpPr>
          <p:nvPr/>
        </p:nvCxnSpPr>
        <p:spPr>
          <a:xfrm flipH="1" flipV="1">
            <a:off x="9203915" y="1738875"/>
            <a:ext cx="801327" cy="115242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05DE8A4-E954-5525-DDD4-57CD4CA6C791}"/>
              </a:ext>
            </a:extLst>
          </p:cNvPr>
          <p:cNvCxnSpPr>
            <a:cxnSpLocks/>
            <a:stCxn id="6" idx="2"/>
            <a:endCxn id="111" idx="6"/>
          </p:cNvCxnSpPr>
          <p:nvPr/>
        </p:nvCxnSpPr>
        <p:spPr>
          <a:xfrm flipH="1" flipV="1">
            <a:off x="9203915" y="1738875"/>
            <a:ext cx="801327" cy="24486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3AACFFF-7E97-8CEC-76A7-453EFC075617}"/>
              </a:ext>
            </a:extLst>
          </p:cNvPr>
          <p:cNvCxnSpPr>
            <a:cxnSpLocks/>
            <a:stCxn id="6" idx="2"/>
            <a:endCxn id="105" idx="6"/>
          </p:cNvCxnSpPr>
          <p:nvPr/>
        </p:nvCxnSpPr>
        <p:spPr>
          <a:xfrm flipH="1" flipV="1">
            <a:off x="9203915" y="2539973"/>
            <a:ext cx="801327" cy="164754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6CB9E10-2FE4-A15C-580E-25AFB31A5772}"/>
              </a:ext>
            </a:extLst>
          </p:cNvPr>
          <p:cNvCxnSpPr>
            <a:cxnSpLocks/>
            <a:stCxn id="2" idx="2"/>
            <a:endCxn id="105" idx="6"/>
          </p:cNvCxnSpPr>
          <p:nvPr/>
        </p:nvCxnSpPr>
        <p:spPr>
          <a:xfrm flipH="1">
            <a:off x="9203915" y="2190983"/>
            <a:ext cx="801327" cy="34899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C08CE27-15BB-9F1C-506F-041E3A2613C3}"/>
              </a:ext>
            </a:extLst>
          </p:cNvPr>
          <p:cNvCxnSpPr>
            <a:cxnSpLocks/>
            <a:stCxn id="3" idx="2"/>
            <a:endCxn id="105" idx="6"/>
          </p:cNvCxnSpPr>
          <p:nvPr/>
        </p:nvCxnSpPr>
        <p:spPr>
          <a:xfrm flipH="1" flipV="1">
            <a:off x="9203915" y="2539973"/>
            <a:ext cx="801327" cy="35132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FE63589-6BEE-726F-9C96-E6234C7F7CAD}"/>
              </a:ext>
            </a:extLst>
          </p:cNvPr>
          <p:cNvCxnSpPr>
            <a:cxnSpLocks/>
            <a:stCxn id="3" idx="2"/>
            <a:endCxn id="106" idx="6"/>
          </p:cNvCxnSpPr>
          <p:nvPr/>
        </p:nvCxnSpPr>
        <p:spPr>
          <a:xfrm flipH="1">
            <a:off x="9203915" y="2891297"/>
            <a:ext cx="801327" cy="27971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9767FAF-076E-FEFF-6809-8C4E31269350}"/>
              </a:ext>
            </a:extLst>
          </p:cNvPr>
          <p:cNvCxnSpPr>
            <a:cxnSpLocks/>
            <a:stCxn id="6" idx="2"/>
            <a:endCxn id="106" idx="6"/>
          </p:cNvCxnSpPr>
          <p:nvPr/>
        </p:nvCxnSpPr>
        <p:spPr>
          <a:xfrm flipH="1" flipV="1">
            <a:off x="9203915" y="3171014"/>
            <a:ext cx="801327" cy="101650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7145CA1-D037-9257-97E4-9D91909B6BC4}"/>
              </a:ext>
            </a:extLst>
          </p:cNvPr>
          <p:cNvCxnSpPr>
            <a:cxnSpLocks/>
            <a:stCxn id="6" idx="2"/>
            <a:endCxn id="107" idx="6"/>
          </p:cNvCxnSpPr>
          <p:nvPr/>
        </p:nvCxnSpPr>
        <p:spPr>
          <a:xfrm flipH="1">
            <a:off x="9203915" y="4187515"/>
            <a:ext cx="801327" cy="4964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8570890-5EE5-8A73-BA67-051DB2A6923B}"/>
              </a:ext>
            </a:extLst>
          </p:cNvPr>
          <p:cNvCxnSpPr>
            <a:cxnSpLocks/>
            <a:stCxn id="3" idx="1"/>
            <a:endCxn id="107" idx="6"/>
          </p:cNvCxnSpPr>
          <p:nvPr/>
        </p:nvCxnSpPr>
        <p:spPr>
          <a:xfrm flipH="1">
            <a:off x="9203915" y="2793330"/>
            <a:ext cx="841906" cy="189063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D8FBF85-0B1F-99BB-A30D-6D5BA26851DD}"/>
              </a:ext>
            </a:extLst>
          </p:cNvPr>
          <p:cNvCxnSpPr>
            <a:cxnSpLocks/>
            <a:stCxn id="2" idx="2"/>
            <a:endCxn id="107" idx="6"/>
          </p:cNvCxnSpPr>
          <p:nvPr/>
        </p:nvCxnSpPr>
        <p:spPr>
          <a:xfrm flipH="1">
            <a:off x="9203915" y="2190983"/>
            <a:ext cx="801327" cy="249297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C24B80F-7DCA-F72F-F5A2-BED6B28C6DC9}"/>
              </a:ext>
            </a:extLst>
          </p:cNvPr>
          <p:cNvCxnSpPr>
            <a:cxnSpLocks/>
            <a:stCxn id="69" idx="6"/>
          </p:cNvCxnSpPr>
          <p:nvPr/>
        </p:nvCxnSpPr>
        <p:spPr>
          <a:xfrm flipV="1">
            <a:off x="8054584" y="1752730"/>
            <a:ext cx="197089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119455E-798D-C6D8-6AEA-E59E32FAD5E3}"/>
              </a:ext>
            </a:extLst>
          </p:cNvPr>
          <p:cNvCxnSpPr>
            <a:cxnSpLocks/>
          </p:cNvCxnSpPr>
          <p:nvPr/>
        </p:nvCxnSpPr>
        <p:spPr>
          <a:xfrm flipV="1">
            <a:off x="8054584" y="2553828"/>
            <a:ext cx="197089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5D95606-81BC-6CC3-613B-82C8AB8880C5}"/>
              </a:ext>
            </a:extLst>
          </p:cNvPr>
          <p:cNvCxnSpPr>
            <a:cxnSpLocks/>
          </p:cNvCxnSpPr>
          <p:nvPr/>
        </p:nvCxnSpPr>
        <p:spPr>
          <a:xfrm flipV="1">
            <a:off x="8054829" y="3184869"/>
            <a:ext cx="197089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3E8A5A0-D693-D22B-3851-4BE9D2C55790}"/>
              </a:ext>
            </a:extLst>
          </p:cNvPr>
          <p:cNvCxnSpPr>
            <a:cxnSpLocks/>
          </p:cNvCxnSpPr>
          <p:nvPr/>
        </p:nvCxnSpPr>
        <p:spPr>
          <a:xfrm flipV="1">
            <a:off x="8054583" y="4711912"/>
            <a:ext cx="197089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B00B0BA-8175-66A5-1AB2-E62BD6C1D8E9}"/>
              </a:ext>
            </a:extLst>
          </p:cNvPr>
          <p:cNvCxnSpPr>
            <a:cxnSpLocks/>
          </p:cNvCxnSpPr>
          <p:nvPr/>
        </p:nvCxnSpPr>
        <p:spPr>
          <a:xfrm flipV="1">
            <a:off x="8737070" y="4718539"/>
            <a:ext cx="197089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78865FD-AE53-F34C-8164-42223F6576FF}"/>
              </a:ext>
            </a:extLst>
          </p:cNvPr>
          <p:cNvCxnSpPr>
            <a:cxnSpLocks/>
          </p:cNvCxnSpPr>
          <p:nvPr/>
        </p:nvCxnSpPr>
        <p:spPr>
          <a:xfrm flipV="1">
            <a:off x="8729734" y="3202524"/>
            <a:ext cx="197089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231E7FD-BBA4-D223-BD10-64FE40583488}"/>
              </a:ext>
            </a:extLst>
          </p:cNvPr>
          <p:cNvCxnSpPr>
            <a:cxnSpLocks/>
          </p:cNvCxnSpPr>
          <p:nvPr/>
        </p:nvCxnSpPr>
        <p:spPr>
          <a:xfrm flipV="1">
            <a:off x="8741737" y="2546977"/>
            <a:ext cx="197089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212A6A6-598D-A13D-A0B8-650005503805}"/>
              </a:ext>
            </a:extLst>
          </p:cNvPr>
          <p:cNvCxnSpPr>
            <a:cxnSpLocks/>
          </p:cNvCxnSpPr>
          <p:nvPr/>
        </p:nvCxnSpPr>
        <p:spPr>
          <a:xfrm flipV="1">
            <a:off x="8729734" y="1733657"/>
            <a:ext cx="197089" cy="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92D1984-AF82-E942-1C7D-E9F2B4112F3D}"/>
              </a:ext>
            </a:extLst>
          </p:cNvPr>
          <p:cNvCxnSpPr>
            <a:cxnSpLocks/>
          </p:cNvCxnSpPr>
          <p:nvPr/>
        </p:nvCxnSpPr>
        <p:spPr>
          <a:xfrm>
            <a:off x="8048776" y="1773208"/>
            <a:ext cx="201625" cy="2016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5622AC0-E5A5-4F99-B68A-5990AFE1A17F}"/>
              </a:ext>
            </a:extLst>
          </p:cNvPr>
          <p:cNvCxnSpPr>
            <a:cxnSpLocks/>
          </p:cNvCxnSpPr>
          <p:nvPr/>
        </p:nvCxnSpPr>
        <p:spPr>
          <a:xfrm>
            <a:off x="8042598" y="2534973"/>
            <a:ext cx="201625" cy="2016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2A18416-C83D-2C33-0DDB-516E5BB52472}"/>
              </a:ext>
            </a:extLst>
          </p:cNvPr>
          <p:cNvCxnSpPr>
            <a:cxnSpLocks/>
          </p:cNvCxnSpPr>
          <p:nvPr/>
        </p:nvCxnSpPr>
        <p:spPr>
          <a:xfrm>
            <a:off x="8048723" y="3191381"/>
            <a:ext cx="201625" cy="2016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27801BD-F2CE-86A0-B9A8-CA576AB5C0EF}"/>
              </a:ext>
            </a:extLst>
          </p:cNvPr>
          <p:cNvCxnSpPr>
            <a:cxnSpLocks/>
          </p:cNvCxnSpPr>
          <p:nvPr/>
        </p:nvCxnSpPr>
        <p:spPr>
          <a:xfrm>
            <a:off x="8713874" y="2983269"/>
            <a:ext cx="201625" cy="2016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5A70CD4-2E3F-FE9A-A70E-63290BC5E50B}"/>
              </a:ext>
            </a:extLst>
          </p:cNvPr>
          <p:cNvCxnSpPr>
            <a:cxnSpLocks/>
          </p:cNvCxnSpPr>
          <p:nvPr/>
        </p:nvCxnSpPr>
        <p:spPr>
          <a:xfrm>
            <a:off x="8731299" y="2365480"/>
            <a:ext cx="201625" cy="2016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BDC273-0045-5A7E-4EDD-BA9BBFD380F6}"/>
              </a:ext>
            </a:extLst>
          </p:cNvPr>
          <p:cNvCxnSpPr>
            <a:cxnSpLocks/>
          </p:cNvCxnSpPr>
          <p:nvPr/>
        </p:nvCxnSpPr>
        <p:spPr>
          <a:xfrm>
            <a:off x="8727126" y="4509294"/>
            <a:ext cx="201625" cy="2016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E0CCE61-DC6E-7F77-97BD-18328580A36C}"/>
              </a:ext>
            </a:extLst>
          </p:cNvPr>
          <p:cNvCxnSpPr>
            <a:cxnSpLocks/>
          </p:cNvCxnSpPr>
          <p:nvPr/>
        </p:nvCxnSpPr>
        <p:spPr>
          <a:xfrm flipV="1">
            <a:off x="8055518" y="2349764"/>
            <a:ext cx="201600" cy="2016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1BD4A83-0061-9FD9-A448-123B3E2EA79F}"/>
              </a:ext>
            </a:extLst>
          </p:cNvPr>
          <p:cNvCxnSpPr>
            <a:cxnSpLocks/>
          </p:cNvCxnSpPr>
          <p:nvPr/>
        </p:nvCxnSpPr>
        <p:spPr>
          <a:xfrm flipV="1">
            <a:off x="8063497" y="2979384"/>
            <a:ext cx="201600" cy="2016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51DE2264-4BA4-6357-66E5-062E5F0A59EA}"/>
              </a:ext>
            </a:extLst>
          </p:cNvPr>
          <p:cNvCxnSpPr>
            <a:cxnSpLocks/>
          </p:cNvCxnSpPr>
          <p:nvPr/>
        </p:nvCxnSpPr>
        <p:spPr>
          <a:xfrm flipV="1">
            <a:off x="8055875" y="4509468"/>
            <a:ext cx="201600" cy="2016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19D2F87-2C89-7BEC-F9EB-A3D89570CCD0}"/>
              </a:ext>
            </a:extLst>
          </p:cNvPr>
          <p:cNvCxnSpPr>
            <a:cxnSpLocks/>
          </p:cNvCxnSpPr>
          <p:nvPr/>
        </p:nvCxnSpPr>
        <p:spPr>
          <a:xfrm flipV="1">
            <a:off x="8723903" y="3202226"/>
            <a:ext cx="201600" cy="2016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C37D37F-0BE6-FFD3-BD2C-C83A9C4BBC26}"/>
              </a:ext>
            </a:extLst>
          </p:cNvPr>
          <p:cNvCxnSpPr>
            <a:cxnSpLocks/>
          </p:cNvCxnSpPr>
          <p:nvPr/>
        </p:nvCxnSpPr>
        <p:spPr>
          <a:xfrm flipV="1">
            <a:off x="8731811" y="2520946"/>
            <a:ext cx="201600" cy="2016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D9D0C30B-1C94-35E4-DE83-C9ADB45E9959}"/>
              </a:ext>
            </a:extLst>
          </p:cNvPr>
          <p:cNvCxnSpPr>
            <a:cxnSpLocks/>
          </p:cNvCxnSpPr>
          <p:nvPr/>
        </p:nvCxnSpPr>
        <p:spPr>
          <a:xfrm flipV="1">
            <a:off x="8739481" y="1720572"/>
            <a:ext cx="201600" cy="2016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8D1D9BD-5E4F-94B3-8F91-A3EA781A1550}"/>
              </a:ext>
            </a:extLst>
          </p:cNvPr>
          <p:cNvCxnSpPr>
            <a:cxnSpLocks/>
          </p:cNvCxnSpPr>
          <p:nvPr/>
        </p:nvCxnSpPr>
        <p:spPr>
          <a:xfrm>
            <a:off x="5989983" y="2174805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Left Brace 123">
            <a:extLst>
              <a:ext uri="{FF2B5EF4-FFF2-40B4-BE49-F238E27FC236}">
                <a16:creationId xmlns:a16="http://schemas.microsoft.com/office/drawing/2014/main" id="{4BA30E6E-A0EE-1003-675E-3207EEB332FA}"/>
              </a:ext>
            </a:extLst>
          </p:cNvPr>
          <p:cNvSpPr/>
          <p:nvPr/>
        </p:nvSpPr>
        <p:spPr>
          <a:xfrm>
            <a:off x="5410284" y="2068052"/>
            <a:ext cx="277091" cy="224182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1D06DCFA-AD87-6E19-AC8A-316701491984}"/>
              </a:ext>
            </a:extLst>
          </p:cNvPr>
          <p:cNvCxnSpPr>
            <a:cxnSpLocks/>
          </p:cNvCxnSpPr>
          <p:nvPr/>
        </p:nvCxnSpPr>
        <p:spPr>
          <a:xfrm>
            <a:off x="5989983" y="2869941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83D8FFE-198A-2631-8A03-A7C10CBB8CC5}"/>
              </a:ext>
            </a:extLst>
          </p:cNvPr>
          <p:cNvCxnSpPr>
            <a:cxnSpLocks/>
          </p:cNvCxnSpPr>
          <p:nvPr/>
        </p:nvCxnSpPr>
        <p:spPr>
          <a:xfrm>
            <a:off x="5989983" y="3544236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8BA91417-3D74-7383-45A7-BE602F97C291}"/>
              </a:ext>
            </a:extLst>
          </p:cNvPr>
          <p:cNvCxnSpPr>
            <a:cxnSpLocks/>
          </p:cNvCxnSpPr>
          <p:nvPr/>
        </p:nvCxnSpPr>
        <p:spPr>
          <a:xfrm>
            <a:off x="5989983" y="4187515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0D9A8539-4D1B-4D47-3882-FF7896CA7250}"/>
              </a:ext>
            </a:extLst>
          </p:cNvPr>
          <p:cNvSpPr txBox="1"/>
          <p:nvPr/>
        </p:nvSpPr>
        <p:spPr>
          <a:xfrm rot="16200000">
            <a:off x="4568120" y="2861521"/>
            <a:ext cx="1135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Input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C1A94B7-F1F3-83BB-DAF3-273E2FE4A96F}"/>
              </a:ext>
            </a:extLst>
          </p:cNvPr>
          <p:cNvCxnSpPr>
            <a:cxnSpLocks/>
          </p:cNvCxnSpPr>
          <p:nvPr/>
        </p:nvCxnSpPr>
        <p:spPr>
          <a:xfrm>
            <a:off x="10448251" y="2174805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Left Brace 131">
            <a:extLst>
              <a:ext uri="{FF2B5EF4-FFF2-40B4-BE49-F238E27FC236}">
                <a16:creationId xmlns:a16="http://schemas.microsoft.com/office/drawing/2014/main" id="{7A652943-D196-E1D3-2E5C-ACE93BA94A23}"/>
              </a:ext>
            </a:extLst>
          </p:cNvPr>
          <p:cNvSpPr/>
          <p:nvPr/>
        </p:nvSpPr>
        <p:spPr>
          <a:xfrm rot="10800000">
            <a:off x="11083660" y="2075952"/>
            <a:ext cx="277091" cy="224182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E9715C6-8BDA-243E-97BE-E624256E319E}"/>
              </a:ext>
            </a:extLst>
          </p:cNvPr>
          <p:cNvCxnSpPr>
            <a:cxnSpLocks/>
          </p:cNvCxnSpPr>
          <p:nvPr/>
        </p:nvCxnSpPr>
        <p:spPr>
          <a:xfrm>
            <a:off x="10448251" y="2869941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84E54780-E492-3E0F-1746-DB9F69EF5DFA}"/>
              </a:ext>
            </a:extLst>
          </p:cNvPr>
          <p:cNvCxnSpPr>
            <a:cxnSpLocks/>
          </p:cNvCxnSpPr>
          <p:nvPr/>
        </p:nvCxnSpPr>
        <p:spPr>
          <a:xfrm>
            <a:off x="10448251" y="3557488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DC18D5FA-4D8E-41B6-52C4-3802A7D1A15A}"/>
              </a:ext>
            </a:extLst>
          </p:cNvPr>
          <p:cNvCxnSpPr>
            <a:cxnSpLocks/>
          </p:cNvCxnSpPr>
          <p:nvPr/>
        </p:nvCxnSpPr>
        <p:spPr>
          <a:xfrm>
            <a:off x="10448251" y="4187515"/>
            <a:ext cx="4615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5BD3BBA4-14F1-88E0-28E1-E3E303BFDBE5}"/>
              </a:ext>
            </a:extLst>
          </p:cNvPr>
          <p:cNvSpPr txBox="1"/>
          <p:nvPr/>
        </p:nvSpPr>
        <p:spPr>
          <a:xfrm rot="16200000">
            <a:off x="11135517" y="2890554"/>
            <a:ext cx="1135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85723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60FA-80C2-6BF2-5C9E-D2DE2058A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989BBB7-401A-EECD-5F01-1657538A0714}"/>
              </a:ext>
            </a:extLst>
          </p:cNvPr>
          <p:cNvSpPr/>
          <p:nvPr/>
        </p:nvSpPr>
        <p:spPr>
          <a:xfrm>
            <a:off x="7176802" y="203625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FAFEB99-2A92-A511-52DF-54F46B72046F}"/>
              </a:ext>
            </a:extLst>
          </p:cNvPr>
          <p:cNvSpPr/>
          <p:nvPr/>
        </p:nvSpPr>
        <p:spPr>
          <a:xfrm>
            <a:off x="7176802" y="3034525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80175C-BD7C-22CC-9E0E-413C4CE9B9CC}"/>
              </a:ext>
            </a:extLst>
          </p:cNvPr>
          <p:cNvSpPr/>
          <p:nvPr/>
        </p:nvSpPr>
        <p:spPr>
          <a:xfrm>
            <a:off x="7176802" y="403279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49F8FE-3848-FF4B-5BFB-CA5B87B9511E}"/>
              </a:ext>
            </a:extLst>
          </p:cNvPr>
          <p:cNvSpPr/>
          <p:nvPr/>
        </p:nvSpPr>
        <p:spPr>
          <a:xfrm>
            <a:off x="8581059" y="2595880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4AD3C2-BC31-D687-33A7-50985C77D94B}"/>
              </a:ext>
            </a:extLst>
          </p:cNvPr>
          <p:cNvSpPr/>
          <p:nvPr/>
        </p:nvSpPr>
        <p:spPr>
          <a:xfrm>
            <a:off x="8581059" y="3577575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95DCB9-E47F-08FA-6EAD-F52E495966D6}"/>
              </a:ext>
            </a:extLst>
          </p:cNvPr>
          <p:cNvSpPr/>
          <p:nvPr/>
        </p:nvSpPr>
        <p:spPr>
          <a:xfrm>
            <a:off x="8581059" y="455927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4D1AB7-BA9C-6D86-1B19-2F4FC5F4FC0A}"/>
              </a:ext>
            </a:extLst>
          </p:cNvPr>
          <p:cNvCxnSpPr>
            <a:stCxn id="2" idx="6"/>
            <a:endCxn id="8" idx="2"/>
          </p:cNvCxnSpPr>
          <p:nvPr/>
        </p:nvCxnSpPr>
        <p:spPr>
          <a:xfrm>
            <a:off x="7453892" y="2174805"/>
            <a:ext cx="1127166" cy="55962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5518E0-6EB1-0694-9DB6-8BE26FB2E975}"/>
              </a:ext>
            </a:extLst>
          </p:cNvPr>
          <p:cNvCxnSpPr>
            <a:cxnSpLocks/>
            <a:stCxn id="2" idx="6"/>
            <a:endCxn id="12" idx="2"/>
          </p:cNvCxnSpPr>
          <p:nvPr/>
        </p:nvCxnSpPr>
        <p:spPr>
          <a:xfrm>
            <a:off x="7453892" y="2174804"/>
            <a:ext cx="1127166" cy="154131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112006-A77A-3B2F-50E7-E09BB158636C}"/>
              </a:ext>
            </a:extLst>
          </p:cNvPr>
          <p:cNvCxnSpPr>
            <a:cxnSpLocks/>
            <a:stCxn id="2" idx="6"/>
            <a:endCxn id="13" idx="2"/>
          </p:cNvCxnSpPr>
          <p:nvPr/>
        </p:nvCxnSpPr>
        <p:spPr>
          <a:xfrm>
            <a:off x="7453892" y="2174804"/>
            <a:ext cx="1127166" cy="25230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FF74004-B2CE-166A-2B48-757CD95DA279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 flipV="1">
            <a:off x="7453892" y="2734426"/>
            <a:ext cx="1127166" cy="43864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154E41-395A-738E-AD32-25B829D53D41}"/>
              </a:ext>
            </a:extLst>
          </p:cNvPr>
          <p:cNvCxnSpPr>
            <a:cxnSpLocks/>
            <a:stCxn id="3" idx="6"/>
            <a:endCxn id="12" idx="2"/>
          </p:cNvCxnSpPr>
          <p:nvPr/>
        </p:nvCxnSpPr>
        <p:spPr>
          <a:xfrm>
            <a:off x="7453892" y="3173070"/>
            <a:ext cx="1127166" cy="54305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04335B6-BBD3-881A-8060-A125DD2447D4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>
            <a:off x="7453892" y="4171336"/>
            <a:ext cx="1127166" cy="5264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EBC439-56BE-6CDD-8F58-D8BC69D7434B}"/>
              </a:ext>
            </a:extLst>
          </p:cNvPr>
          <p:cNvCxnSpPr>
            <a:cxnSpLocks/>
            <a:stCxn id="3" idx="6"/>
            <a:endCxn id="13" idx="2"/>
          </p:cNvCxnSpPr>
          <p:nvPr/>
        </p:nvCxnSpPr>
        <p:spPr>
          <a:xfrm>
            <a:off x="7453892" y="3173070"/>
            <a:ext cx="1127166" cy="1524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43510CB-58B7-480F-6649-3A9BC6F27E6B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 flipV="1">
            <a:off x="7453892" y="2734426"/>
            <a:ext cx="1127166" cy="143691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C754250-55BB-EBB8-DEF1-BEC8C4BC6CB3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 flipV="1">
            <a:off x="7453892" y="3716120"/>
            <a:ext cx="1127166" cy="45521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7F4845CF-50AD-87D3-865F-4AC948431C49}"/>
              </a:ext>
            </a:extLst>
          </p:cNvPr>
          <p:cNvSpPr/>
          <p:nvPr/>
        </p:nvSpPr>
        <p:spPr>
          <a:xfrm>
            <a:off x="8581059" y="1614185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103F9A9-42C4-C0BE-5C40-6296428BDEF9}"/>
              </a:ext>
            </a:extLst>
          </p:cNvPr>
          <p:cNvCxnSpPr>
            <a:cxnSpLocks/>
            <a:stCxn id="2" idx="6"/>
            <a:endCxn id="36" idx="2"/>
          </p:cNvCxnSpPr>
          <p:nvPr/>
        </p:nvCxnSpPr>
        <p:spPr>
          <a:xfrm flipV="1">
            <a:off x="7453892" y="1752730"/>
            <a:ext cx="1127166" cy="42207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D5A053D-0832-9F90-216C-3CFC321637F8}"/>
              </a:ext>
            </a:extLst>
          </p:cNvPr>
          <p:cNvCxnSpPr>
            <a:cxnSpLocks/>
            <a:stCxn id="3" idx="6"/>
            <a:endCxn id="36" idx="2"/>
          </p:cNvCxnSpPr>
          <p:nvPr/>
        </p:nvCxnSpPr>
        <p:spPr>
          <a:xfrm flipV="1">
            <a:off x="7453892" y="1752730"/>
            <a:ext cx="1127166" cy="14203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97BA8AD-4E53-7C73-99F4-BEE6B5B52720}"/>
              </a:ext>
            </a:extLst>
          </p:cNvPr>
          <p:cNvCxnSpPr>
            <a:cxnSpLocks/>
            <a:stCxn id="6" idx="6"/>
            <a:endCxn id="36" idx="2"/>
          </p:cNvCxnSpPr>
          <p:nvPr/>
        </p:nvCxnSpPr>
        <p:spPr>
          <a:xfrm flipV="1">
            <a:off x="7453892" y="1752730"/>
            <a:ext cx="1127166" cy="24186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1BA8FC41-618F-5DA3-3477-CCF26EB42C1E}"/>
              </a:ext>
            </a:extLst>
          </p:cNvPr>
          <p:cNvSpPr/>
          <p:nvPr/>
        </p:nvSpPr>
        <p:spPr>
          <a:xfrm>
            <a:off x="9985316" y="203625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432D1AB-309C-3415-CE93-4BEA1D69D540}"/>
              </a:ext>
            </a:extLst>
          </p:cNvPr>
          <p:cNvSpPr/>
          <p:nvPr/>
        </p:nvSpPr>
        <p:spPr>
          <a:xfrm>
            <a:off x="9985316" y="3034525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4109942-891C-851A-B111-00870599471E}"/>
              </a:ext>
            </a:extLst>
          </p:cNvPr>
          <p:cNvSpPr/>
          <p:nvPr/>
        </p:nvSpPr>
        <p:spPr>
          <a:xfrm>
            <a:off x="9985316" y="403279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023E76-4625-1435-49A5-71D680BE36B9}"/>
              </a:ext>
            </a:extLst>
          </p:cNvPr>
          <p:cNvCxnSpPr>
            <a:cxnSpLocks/>
            <a:stCxn id="36" idx="6"/>
            <a:endCxn id="43" idx="2"/>
          </p:cNvCxnSpPr>
          <p:nvPr/>
        </p:nvCxnSpPr>
        <p:spPr>
          <a:xfrm>
            <a:off x="8858149" y="1752730"/>
            <a:ext cx="1127166" cy="42207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DAC1E55-46A8-32D1-4B60-F770273F41F9}"/>
              </a:ext>
            </a:extLst>
          </p:cNvPr>
          <p:cNvCxnSpPr>
            <a:cxnSpLocks/>
            <a:stCxn id="8" idx="6"/>
            <a:endCxn id="43" idx="2"/>
          </p:cNvCxnSpPr>
          <p:nvPr/>
        </p:nvCxnSpPr>
        <p:spPr>
          <a:xfrm flipV="1">
            <a:off x="8858149" y="2174805"/>
            <a:ext cx="1127166" cy="55962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1709589-191D-5F68-B755-7E599F5199C9}"/>
              </a:ext>
            </a:extLst>
          </p:cNvPr>
          <p:cNvCxnSpPr>
            <a:cxnSpLocks/>
            <a:stCxn id="12" idx="6"/>
            <a:endCxn id="43" idx="2"/>
          </p:cNvCxnSpPr>
          <p:nvPr/>
        </p:nvCxnSpPr>
        <p:spPr>
          <a:xfrm flipV="1">
            <a:off x="8858149" y="2174804"/>
            <a:ext cx="1127166" cy="154131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57D86CF-D7B6-1886-F0C3-83EACD07C355}"/>
              </a:ext>
            </a:extLst>
          </p:cNvPr>
          <p:cNvCxnSpPr>
            <a:cxnSpLocks/>
            <a:stCxn id="13" idx="6"/>
            <a:endCxn id="43" idx="2"/>
          </p:cNvCxnSpPr>
          <p:nvPr/>
        </p:nvCxnSpPr>
        <p:spPr>
          <a:xfrm flipV="1">
            <a:off x="8858149" y="2174804"/>
            <a:ext cx="1127166" cy="25230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50226DA-63BE-1BA2-94EB-421CDE282811}"/>
              </a:ext>
            </a:extLst>
          </p:cNvPr>
          <p:cNvCxnSpPr>
            <a:cxnSpLocks/>
            <a:stCxn id="13" idx="6"/>
            <a:endCxn id="45" idx="2"/>
          </p:cNvCxnSpPr>
          <p:nvPr/>
        </p:nvCxnSpPr>
        <p:spPr>
          <a:xfrm flipV="1">
            <a:off x="8858149" y="3173070"/>
            <a:ext cx="1127166" cy="152474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948EA3D-544C-D4AD-F5CD-7D4C8683D704}"/>
              </a:ext>
            </a:extLst>
          </p:cNvPr>
          <p:cNvCxnSpPr>
            <a:cxnSpLocks/>
            <a:stCxn id="12" idx="6"/>
            <a:endCxn id="46" idx="2"/>
          </p:cNvCxnSpPr>
          <p:nvPr/>
        </p:nvCxnSpPr>
        <p:spPr>
          <a:xfrm>
            <a:off x="8858149" y="3716120"/>
            <a:ext cx="1127166" cy="45521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341772F-0AF3-3A67-D73E-8CCB040A02AC}"/>
              </a:ext>
            </a:extLst>
          </p:cNvPr>
          <p:cNvCxnSpPr>
            <a:cxnSpLocks/>
            <a:stCxn id="36" idx="6"/>
            <a:endCxn id="46" idx="2"/>
          </p:cNvCxnSpPr>
          <p:nvPr/>
        </p:nvCxnSpPr>
        <p:spPr>
          <a:xfrm>
            <a:off x="8858149" y="1752730"/>
            <a:ext cx="1127166" cy="24186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62AE37F-A268-12D0-2B58-375AC40B964D}"/>
              </a:ext>
            </a:extLst>
          </p:cNvPr>
          <p:cNvCxnSpPr>
            <a:cxnSpLocks/>
            <a:stCxn id="8" idx="6"/>
            <a:endCxn id="46" idx="2"/>
          </p:cNvCxnSpPr>
          <p:nvPr/>
        </p:nvCxnSpPr>
        <p:spPr>
          <a:xfrm>
            <a:off x="8858149" y="2734426"/>
            <a:ext cx="1127166" cy="143691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91FB0EC-69FD-5B45-FFE0-58D3B1075CAE}"/>
              </a:ext>
            </a:extLst>
          </p:cNvPr>
          <p:cNvCxnSpPr>
            <a:cxnSpLocks/>
            <a:stCxn id="13" idx="6"/>
            <a:endCxn id="46" idx="2"/>
          </p:cNvCxnSpPr>
          <p:nvPr/>
        </p:nvCxnSpPr>
        <p:spPr>
          <a:xfrm flipV="1">
            <a:off x="8858149" y="4171336"/>
            <a:ext cx="1127166" cy="5264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99D84C-08EC-09EB-7950-9F50A86BC7C6}"/>
              </a:ext>
            </a:extLst>
          </p:cNvPr>
          <p:cNvCxnSpPr>
            <a:cxnSpLocks/>
            <a:stCxn id="8" idx="6"/>
            <a:endCxn id="45" idx="2"/>
          </p:cNvCxnSpPr>
          <p:nvPr/>
        </p:nvCxnSpPr>
        <p:spPr>
          <a:xfrm>
            <a:off x="8858149" y="2734426"/>
            <a:ext cx="1127166" cy="43864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1B1944-456A-093C-C841-DAE0CE082759}"/>
              </a:ext>
            </a:extLst>
          </p:cNvPr>
          <p:cNvCxnSpPr>
            <a:cxnSpLocks/>
            <a:stCxn id="12" idx="6"/>
            <a:endCxn id="45" idx="2"/>
          </p:cNvCxnSpPr>
          <p:nvPr/>
        </p:nvCxnSpPr>
        <p:spPr>
          <a:xfrm flipV="1">
            <a:off x="8858149" y="3173070"/>
            <a:ext cx="1127166" cy="54305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A24476D-7047-DED8-92A6-F839D0B9422F}"/>
              </a:ext>
            </a:extLst>
          </p:cNvPr>
          <p:cNvCxnSpPr>
            <a:cxnSpLocks/>
            <a:stCxn id="36" idx="6"/>
            <a:endCxn id="45" idx="2"/>
          </p:cNvCxnSpPr>
          <p:nvPr/>
        </p:nvCxnSpPr>
        <p:spPr>
          <a:xfrm>
            <a:off x="8858149" y="1752730"/>
            <a:ext cx="1127166" cy="142034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032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6B73F-73A1-5728-741F-20AABA5B7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40314E4-68AF-6DAB-C942-C409262EED97}"/>
              </a:ext>
            </a:extLst>
          </p:cNvPr>
          <p:cNvSpPr/>
          <p:nvPr/>
        </p:nvSpPr>
        <p:spPr>
          <a:xfrm>
            <a:off x="5557800" y="381112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45E374-A58A-882B-C5A5-84A804B6EC19}"/>
              </a:ext>
            </a:extLst>
          </p:cNvPr>
          <p:cNvSpPr/>
          <p:nvPr/>
        </p:nvSpPr>
        <p:spPr>
          <a:xfrm>
            <a:off x="5557800" y="453230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AC0DF3-0196-AEF9-F3D9-C79609A96211}"/>
              </a:ext>
            </a:extLst>
          </p:cNvPr>
          <p:cNvSpPr/>
          <p:nvPr/>
        </p:nvSpPr>
        <p:spPr>
          <a:xfrm>
            <a:off x="5557800" y="525347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E594090-8CFB-FF9D-B891-78A75E7A3A38}"/>
              </a:ext>
            </a:extLst>
          </p:cNvPr>
          <p:cNvSpPr/>
          <p:nvPr/>
        </p:nvSpPr>
        <p:spPr>
          <a:xfrm>
            <a:off x="6463291" y="418602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66CA5EF-AF33-100A-7E99-0343D16F4338}"/>
              </a:ext>
            </a:extLst>
          </p:cNvPr>
          <p:cNvSpPr/>
          <p:nvPr/>
        </p:nvSpPr>
        <p:spPr>
          <a:xfrm>
            <a:off x="6463291" y="498298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3CD31C-AA46-E8B6-2987-5C5D4EB37867}"/>
              </a:ext>
            </a:extLst>
          </p:cNvPr>
          <p:cNvSpPr/>
          <p:nvPr/>
        </p:nvSpPr>
        <p:spPr>
          <a:xfrm>
            <a:off x="6463291" y="577995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500644-EBEE-7973-ADA5-B3830FC683BE}"/>
              </a:ext>
            </a:extLst>
          </p:cNvPr>
          <p:cNvCxnSpPr>
            <a:stCxn id="4" idx="6"/>
            <a:endCxn id="16" idx="2"/>
          </p:cNvCxnSpPr>
          <p:nvPr/>
        </p:nvCxnSpPr>
        <p:spPr>
          <a:xfrm>
            <a:off x="5834890" y="3949674"/>
            <a:ext cx="628400" cy="37489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181EE7-0389-D001-F21A-4C1817F0AB7B}"/>
              </a:ext>
            </a:extLst>
          </p:cNvPr>
          <p:cNvCxnSpPr>
            <a:cxnSpLocks/>
            <a:stCxn id="4" idx="6"/>
            <a:endCxn id="17" idx="2"/>
          </p:cNvCxnSpPr>
          <p:nvPr/>
        </p:nvCxnSpPr>
        <p:spPr>
          <a:xfrm>
            <a:off x="5834890" y="3949673"/>
            <a:ext cx="628400" cy="11718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65404EB-D5FE-4B7B-B720-A7518BE0E2C6}"/>
              </a:ext>
            </a:extLst>
          </p:cNvPr>
          <p:cNvCxnSpPr>
            <a:cxnSpLocks/>
            <a:stCxn id="4" idx="6"/>
            <a:endCxn id="19" idx="2"/>
          </p:cNvCxnSpPr>
          <p:nvPr/>
        </p:nvCxnSpPr>
        <p:spPr>
          <a:xfrm>
            <a:off x="5834890" y="3949673"/>
            <a:ext cx="628400" cy="196882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9A4CB75-9BAF-6E34-8E05-10A9ABADCBA8}"/>
              </a:ext>
            </a:extLst>
          </p:cNvPr>
          <p:cNvCxnSpPr>
            <a:cxnSpLocks/>
            <a:stCxn id="5" idx="6"/>
            <a:endCxn id="16" idx="2"/>
          </p:cNvCxnSpPr>
          <p:nvPr/>
        </p:nvCxnSpPr>
        <p:spPr>
          <a:xfrm flipV="1">
            <a:off x="5834890" y="4324566"/>
            <a:ext cx="628400" cy="3462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121F8FF-1656-E4B2-8A0E-DA7514A2A986}"/>
              </a:ext>
            </a:extLst>
          </p:cNvPr>
          <p:cNvCxnSpPr>
            <a:cxnSpLocks/>
            <a:stCxn id="5" idx="6"/>
            <a:endCxn id="17" idx="2"/>
          </p:cNvCxnSpPr>
          <p:nvPr/>
        </p:nvCxnSpPr>
        <p:spPr>
          <a:xfrm>
            <a:off x="5834890" y="4670847"/>
            <a:ext cx="628400" cy="45068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23F10E6-16C5-2C86-50B6-878C0279F3D1}"/>
              </a:ext>
            </a:extLst>
          </p:cNvPr>
          <p:cNvCxnSpPr>
            <a:cxnSpLocks/>
            <a:stCxn id="7" idx="6"/>
            <a:endCxn id="19" idx="2"/>
          </p:cNvCxnSpPr>
          <p:nvPr/>
        </p:nvCxnSpPr>
        <p:spPr>
          <a:xfrm>
            <a:off x="5834890" y="5392019"/>
            <a:ext cx="628400" cy="5264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FC8D059-19F7-66F2-F7B9-56CB6F6C3C1D}"/>
              </a:ext>
            </a:extLst>
          </p:cNvPr>
          <p:cNvCxnSpPr>
            <a:cxnSpLocks/>
            <a:stCxn id="5" idx="6"/>
            <a:endCxn id="19" idx="2"/>
          </p:cNvCxnSpPr>
          <p:nvPr/>
        </p:nvCxnSpPr>
        <p:spPr>
          <a:xfrm>
            <a:off x="5834890" y="4670847"/>
            <a:ext cx="628400" cy="124765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0195D28-EA67-A0DE-AE51-5B61B7408993}"/>
              </a:ext>
            </a:extLst>
          </p:cNvPr>
          <p:cNvCxnSpPr>
            <a:cxnSpLocks/>
            <a:stCxn id="7" idx="6"/>
            <a:endCxn id="16" idx="2"/>
          </p:cNvCxnSpPr>
          <p:nvPr/>
        </p:nvCxnSpPr>
        <p:spPr>
          <a:xfrm flipV="1">
            <a:off x="5834890" y="4324567"/>
            <a:ext cx="628400" cy="106745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50E82AE-030F-D8E9-F771-1A70C4D655F5}"/>
              </a:ext>
            </a:extLst>
          </p:cNvPr>
          <p:cNvCxnSpPr>
            <a:cxnSpLocks/>
            <a:stCxn id="7" idx="6"/>
            <a:endCxn id="17" idx="2"/>
          </p:cNvCxnSpPr>
          <p:nvPr/>
        </p:nvCxnSpPr>
        <p:spPr>
          <a:xfrm flipV="1">
            <a:off x="5834890" y="5121533"/>
            <a:ext cx="628400" cy="27048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E175D053-6315-54D0-8535-AB216BA98A04}"/>
              </a:ext>
            </a:extLst>
          </p:cNvPr>
          <p:cNvSpPr/>
          <p:nvPr/>
        </p:nvSpPr>
        <p:spPr>
          <a:xfrm>
            <a:off x="6463291" y="338905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7C67BEF-F5ED-2717-E953-76599FDF260C}"/>
              </a:ext>
            </a:extLst>
          </p:cNvPr>
          <p:cNvCxnSpPr>
            <a:cxnSpLocks/>
            <a:stCxn id="4" idx="6"/>
            <a:endCxn id="69" idx="2"/>
          </p:cNvCxnSpPr>
          <p:nvPr/>
        </p:nvCxnSpPr>
        <p:spPr>
          <a:xfrm flipV="1">
            <a:off x="5834890" y="3527599"/>
            <a:ext cx="628400" cy="42207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CF06CC9-90D4-CFB1-0266-08010851E82B}"/>
              </a:ext>
            </a:extLst>
          </p:cNvPr>
          <p:cNvCxnSpPr>
            <a:cxnSpLocks/>
            <a:stCxn id="5" idx="6"/>
            <a:endCxn id="69" idx="2"/>
          </p:cNvCxnSpPr>
          <p:nvPr/>
        </p:nvCxnSpPr>
        <p:spPr>
          <a:xfrm flipV="1">
            <a:off x="5834890" y="3527600"/>
            <a:ext cx="628400" cy="114324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8F641C1-5244-579A-A22D-18E4E916ACFA}"/>
              </a:ext>
            </a:extLst>
          </p:cNvPr>
          <p:cNvCxnSpPr>
            <a:cxnSpLocks/>
            <a:stCxn id="7" idx="6"/>
            <a:endCxn id="69" idx="2"/>
          </p:cNvCxnSpPr>
          <p:nvPr/>
        </p:nvCxnSpPr>
        <p:spPr>
          <a:xfrm flipV="1">
            <a:off x="5834890" y="3527599"/>
            <a:ext cx="628400" cy="186442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7343AC1-B538-A59B-1E1E-947A00FA27F8}"/>
              </a:ext>
            </a:extLst>
          </p:cNvPr>
          <p:cNvSpPr/>
          <p:nvPr/>
        </p:nvSpPr>
        <p:spPr>
          <a:xfrm>
            <a:off x="7424201" y="381112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F536D5-677F-EF92-E04B-97FCDF1CF313}"/>
              </a:ext>
            </a:extLst>
          </p:cNvPr>
          <p:cNvSpPr/>
          <p:nvPr/>
        </p:nvSpPr>
        <p:spPr>
          <a:xfrm>
            <a:off x="7424201" y="453230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230F96-4E4A-4290-FD31-4421609C5D52}"/>
              </a:ext>
            </a:extLst>
          </p:cNvPr>
          <p:cNvSpPr/>
          <p:nvPr/>
        </p:nvSpPr>
        <p:spPr>
          <a:xfrm>
            <a:off x="7424201" y="525347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2B3606-0CFA-286E-3178-6ADF6EB01651}"/>
              </a:ext>
            </a:extLst>
          </p:cNvPr>
          <p:cNvCxnSpPr>
            <a:cxnSpLocks/>
            <a:stCxn id="69" idx="6"/>
            <a:endCxn id="9" idx="2"/>
          </p:cNvCxnSpPr>
          <p:nvPr/>
        </p:nvCxnSpPr>
        <p:spPr>
          <a:xfrm>
            <a:off x="6740382" y="3527599"/>
            <a:ext cx="683819" cy="42207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2D5631-A319-BB87-73C8-82EECD5E6F31}"/>
              </a:ext>
            </a:extLst>
          </p:cNvPr>
          <p:cNvCxnSpPr>
            <a:cxnSpLocks/>
            <a:stCxn id="16" idx="6"/>
            <a:endCxn id="9" idx="2"/>
          </p:cNvCxnSpPr>
          <p:nvPr/>
        </p:nvCxnSpPr>
        <p:spPr>
          <a:xfrm flipV="1">
            <a:off x="6740382" y="3949674"/>
            <a:ext cx="683819" cy="37489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74DFA4-077E-14AD-3561-76904A2D789D}"/>
              </a:ext>
            </a:extLst>
          </p:cNvPr>
          <p:cNvCxnSpPr>
            <a:cxnSpLocks/>
            <a:stCxn id="17" idx="6"/>
            <a:endCxn id="9" idx="2"/>
          </p:cNvCxnSpPr>
          <p:nvPr/>
        </p:nvCxnSpPr>
        <p:spPr>
          <a:xfrm flipV="1">
            <a:off x="6740382" y="3949673"/>
            <a:ext cx="683819" cy="11718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E3743D3-0E66-5C46-95E7-C5B851C6788D}"/>
              </a:ext>
            </a:extLst>
          </p:cNvPr>
          <p:cNvCxnSpPr>
            <a:cxnSpLocks/>
            <a:stCxn id="19" idx="6"/>
            <a:endCxn id="9" idx="2"/>
          </p:cNvCxnSpPr>
          <p:nvPr/>
        </p:nvCxnSpPr>
        <p:spPr>
          <a:xfrm flipV="1">
            <a:off x="6740382" y="3949673"/>
            <a:ext cx="683819" cy="196882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81957B5-4207-1A9E-045C-501E675E4127}"/>
              </a:ext>
            </a:extLst>
          </p:cNvPr>
          <p:cNvCxnSpPr>
            <a:cxnSpLocks/>
            <a:stCxn id="19" idx="6"/>
            <a:endCxn id="10" idx="2"/>
          </p:cNvCxnSpPr>
          <p:nvPr/>
        </p:nvCxnSpPr>
        <p:spPr>
          <a:xfrm flipV="1">
            <a:off x="6740382" y="4670847"/>
            <a:ext cx="683819" cy="124765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FA679D6-0915-48DC-42EA-6CCE33F6C7BB}"/>
              </a:ext>
            </a:extLst>
          </p:cNvPr>
          <p:cNvCxnSpPr>
            <a:cxnSpLocks/>
            <a:stCxn id="17" idx="6"/>
            <a:endCxn id="11" idx="2"/>
          </p:cNvCxnSpPr>
          <p:nvPr/>
        </p:nvCxnSpPr>
        <p:spPr>
          <a:xfrm>
            <a:off x="6740382" y="5121533"/>
            <a:ext cx="683819" cy="27048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A9E3312-699F-CC5F-0DB3-415A4406029F}"/>
              </a:ext>
            </a:extLst>
          </p:cNvPr>
          <p:cNvCxnSpPr>
            <a:cxnSpLocks/>
            <a:stCxn id="69" idx="6"/>
            <a:endCxn id="11" idx="2"/>
          </p:cNvCxnSpPr>
          <p:nvPr/>
        </p:nvCxnSpPr>
        <p:spPr>
          <a:xfrm>
            <a:off x="6740382" y="3527599"/>
            <a:ext cx="683819" cy="186442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4C1E3E5-A71E-93BC-6490-15DE9993140C}"/>
              </a:ext>
            </a:extLst>
          </p:cNvPr>
          <p:cNvCxnSpPr>
            <a:cxnSpLocks/>
            <a:stCxn id="16" idx="6"/>
            <a:endCxn id="11" idx="2"/>
          </p:cNvCxnSpPr>
          <p:nvPr/>
        </p:nvCxnSpPr>
        <p:spPr>
          <a:xfrm>
            <a:off x="6740382" y="4324567"/>
            <a:ext cx="683819" cy="106745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4BED36E-4483-7258-A163-3DE7AFD2A723}"/>
              </a:ext>
            </a:extLst>
          </p:cNvPr>
          <p:cNvCxnSpPr>
            <a:cxnSpLocks/>
            <a:stCxn id="19" idx="6"/>
            <a:endCxn id="11" idx="2"/>
          </p:cNvCxnSpPr>
          <p:nvPr/>
        </p:nvCxnSpPr>
        <p:spPr>
          <a:xfrm flipV="1">
            <a:off x="6740382" y="5392019"/>
            <a:ext cx="683819" cy="5264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80A4795-EBC3-D2C5-C12A-5DAE8E9017DF}"/>
              </a:ext>
            </a:extLst>
          </p:cNvPr>
          <p:cNvCxnSpPr>
            <a:cxnSpLocks/>
            <a:stCxn id="16" idx="6"/>
            <a:endCxn id="10" idx="2"/>
          </p:cNvCxnSpPr>
          <p:nvPr/>
        </p:nvCxnSpPr>
        <p:spPr>
          <a:xfrm>
            <a:off x="6740382" y="4324566"/>
            <a:ext cx="683819" cy="3462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A0CDED3-3C7D-29F7-FED2-000EA0E2DA4C}"/>
              </a:ext>
            </a:extLst>
          </p:cNvPr>
          <p:cNvCxnSpPr>
            <a:cxnSpLocks/>
            <a:stCxn id="17" idx="6"/>
            <a:endCxn id="10" idx="2"/>
          </p:cNvCxnSpPr>
          <p:nvPr/>
        </p:nvCxnSpPr>
        <p:spPr>
          <a:xfrm flipV="1">
            <a:off x="6740382" y="4670847"/>
            <a:ext cx="683819" cy="45068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8BE7DB7-F00B-6129-A4EF-F21AFBCEA9B0}"/>
              </a:ext>
            </a:extLst>
          </p:cNvPr>
          <p:cNvCxnSpPr>
            <a:cxnSpLocks/>
            <a:stCxn id="69" idx="6"/>
            <a:endCxn id="10" idx="2"/>
          </p:cNvCxnSpPr>
          <p:nvPr/>
        </p:nvCxnSpPr>
        <p:spPr>
          <a:xfrm>
            <a:off x="6740382" y="3527600"/>
            <a:ext cx="683819" cy="114324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1345D2A-FC1F-85FC-D576-CAD57C171B62}"/>
              </a:ext>
            </a:extLst>
          </p:cNvPr>
          <p:cNvSpPr txBox="1"/>
          <p:nvPr/>
        </p:nvSpPr>
        <p:spPr>
          <a:xfrm>
            <a:off x="6089216" y="2515115"/>
            <a:ext cx="1607128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1119376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9D712-6121-F03B-38DE-D937E74D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EEFACEB-B8EF-3572-CEAF-5E108BA4B3BD}"/>
              </a:ext>
            </a:extLst>
          </p:cNvPr>
          <p:cNvSpPr/>
          <p:nvPr/>
        </p:nvSpPr>
        <p:spPr>
          <a:xfrm>
            <a:off x="5557800" y="381112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5D8C936-50AE-9E32-93E3-73EA7F09E1E0}"/>
              </a:ext>
            </a:extLst>
          </p:cNvPr>
          <p:cNvSpPr/>
          <p:nvPr/>
        </p:nvSpPr>
        <p:spPr>
          <a:xfrm>
            <a:off x="5557800" y="453230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018866-6ABA-00A4-280B-C69643B2F25A}"/>
              </a:ext>
            </a:extLst>
          </p:cNvPr>
          <p:cNvSpPr/>
          <p:nvPr/>
        </p:nvSpPr>
        <p:spPr>
          <a:xfrm>
            <a:off x="5557800" y="525347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C1FBA0A-569D-CE73-C476-245C2AEF18DE}"/>
              </a:ext>
            </a:extLst>
          </p:cNvPr>
          <p:cNvSpPr/>
          <p:nvPr/>
        </p:nvSpPr>
        <p:spPr>
          <a:xfrm>
            <a:off x="6463291" y="418602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16378F4-B843-9ED4-49DE-C68F9FD563C2}"/>
              </a:ext>
            </a:extLst>
          </p:cNvPr>
          <p:cNvSpPr/>
          <p:nvPr/>
        </p:nvSpPr>
        <p:spPr>
          <a:xfrm>
            <a:off x="6463291" y="498298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F89A09B-27C7-DDBA-5D9C-26815E9163E1}"/>
              </a:ext>
            </a:extLst>
          </p:cNvPr>
          <p:cNvSpPr/>
          <p:nvPr/>
        </p:nvSpPr>
        <p:spPr>
          <a:xfrm>
            <a:off x="6463291" y="577995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66F29E5-7E70-C355-9CC3-FB02907E2B0A}"/>
              </a:ext>
            </a:extLst>
          </p:cNvPr>
          <p:cNvCxnSpPr>
            <a:stCxn id="4" idx="6"/>
            <a:endCxn id="16" idx="2"/>
          </p:cNvCxnSpPr>
          <p:nvPr/>
        </p:nvCxnSpPr>
        <p:spPr>
          <a:xfrm>
            <a:off x="5834890" y="3949674"/>
            <a:ext cx="628400" cy="37489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236F69-46A5-EAEC-29F7-6C6DB4FFB9C9}"/>
              </a:ext>
            </a:extLst>
          </p:cNvPr>
          <p:cNvCxnSpPr>
            <a:cxnSpLocks/>
            <a:stCxn id="4" idx="6"/>
            <a:endCxn id="17" idx="2"/>
          </p:cNvCxnSpPr>
          <p:nvPr/>
        </p:nvCxnSpPr>
        <p:spPr>
          <a:xfrm>
            <a:off x="5834890" y="3949673"/>
            <a:ext cx="628400" cy="11718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1C56E5-E234-821A-735F-72A00F9BDCB5}"/>
              </a:ext>
            </a:extLst>
          </p:cNvPr>
          <p:cNvCxnSpPr>
            <a:cxnSpLocks/>
            <a:stCxn id="4" idx="6"/>
            <a:endCxn id="19" idx="2"/>
          </p:cNvCxnSpPr>
          <p:nvPr/>
        </p:nvCxnSpPr>
        <p:spPr>
          <a:xfrm>
            <a:off x="5834890" y="3949673"/>
            <a:ext cx="628400" cy="196882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75CF236-9480-4CFE-3EFF-8C63FC2FD000}"/>
              </a:ext>
            </a:extLst>
          </p:cNvPr>
          <p:cNvCxnSpPr>
            <a:cxnSpLocks/>
            <a:stCxn id="5" idx="6"/>
            <a:endCxn id="16" idx="2"/>
          </p:cNvCxnSpPr>
          <p:nvPr/>
        </p:nvCxnSpPr>
        <p:spPr>
          <a:xfrm flipV="1">
            <a:off x="5834890" y="4324566"/>
            <a:ext cx="628400" cy="3462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FAEA0C1-6C31-FFE0-5B91-510585DD9802}"/>
              </a:ext>
            </a:extLst>
          </p:cNvPr>
          <p:cNvCxnSpPr>
            <a:cxnSpLocks/>
            <a:stCxn id="5" idx="6"/>
            <a:endCxn id="17" idx="2"/>
          </p:cNvCxnSpPr>
          <p:nvPr/>
        </p:nvCxnSpPr>
        <p:spPr>
          <a:xfrm>
            <a:off x="5834890" y="4670847"/>
            <a:ext cx="628400" cy="45068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334E68-D272-44B7-D81F-548B5B81B448}"/>
              </a:ext>
            </a:extLst>
          </p:cNvPr>
          <p:cNvCxnSpPr>
            <a:cxnSpLocks/>
            <a:stCxn id="7" idx="6"/>
            <a:endCxn id="19" idx="2"/>
          </p:cNvCxnSpPr>
          <p:nvPr/>
        </p:nvCxnSpPr>
        <p:spPr>
          <a:xfrm>
            <a:off x="5834890" y="5392019"/>
            <a:ext cx="628400" cy="5264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33D4E83-3016-421F-21BA-2C404D86C618}"/>
              </a:ext>
            </a:extLst>
          </p:cNvPr>
          <p:cNvCxnSpPr>
            <a:cxnSpLocks/>
            <a:stCxn id="5" idx="6"/>
            <a:endCxn id="19" idx="2"/>
          </p:cNvCxnSpPr>
          <p:nvPr/>
        </p:nvCxnSpPr>
        <p:spPr>
          <a:xfrm>
            <a:off x="5834890" y="4670847"/>
            <a:ext cx="628400" cy="124765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6215F37-5A9B-2FDC-EF1D-0762D3B76C4A}"/>
              </a:ext>
            </a:extLst>
          </p:cNvPr>
          <p:cNvCxnSpPr>
            <a:cxnSpLocks/>
            <a:stCxn id="7" idx="6"/>
            <a:endCxn id="16" idx="2"/>
          </p:cNvCxnSpPr>
          <p:nvPr/>
        </p:nvCxnSpPr>
        <p:spPr>
          <a:xfrm flipV="1">
            <a:off x="5834890" y="4324567"/>
            <a:ext cx="628400" cy="106745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550729C-61C0-4BAB-808A-7F57B47AD9CC}"/>
              </a:ext>
            </a:extLst>
          </p:cNvPr>
          <p:cNvCxnSpPr>
            <a:cxnSpLocks/>
            <a:stCxn id="7" idx="6"/>
            <a:endCxn id="17" idx="2"/>
          </p:cNvCxnSpPr>
          <p:nvPr/>
        </p:nvCxnSpPr>
        <p:spPr>
          <a:xfrm flipV="1">
            <a:off x="5834890" y="5121533"/>
            <a:ext cx="628400" cy="27048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F57C582C-7BFA-4DCF-9714-D3E257BB7154}"/>
              </a:ext>
            </a:extLst>
          </p:cNvPr>
          <p:cNvSpPr/>
          <p:nvPr/>
        </p:nvSpPr>
        <p:spPr>
          <a:xfrm>
            <a:off x="6463291" y="338905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B0F3CAA-CC18-B11B-6F3B-BBF03F89E6E9}"/>
              </a:ext>
            </a:extLst>
          </p:cNvPr>
          <p:cNvCxnSpPr>
            <a:cxnSpLocks/>
            <a:stCxn id="4" idx="6"/>
            <a:endCxn id="69" idx="2"/>
          </p:cNvCxnSpPr>
          <p:nvPr/>
        </p:nvCxnSpPr>
        <p:spPr>
          <a:xfrm flipV="1">
            <a:off x="5834890" y="3527599"/>
            <a:ext cx="628400" cy="42207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34AAA91-6DC1-D8DD-DAA4-53CC3217C780}"/>
              </a:ext>
            </a:extLst>
          </p:cNvPr>
          <p:cNvCxnSpPr>
            <a:cxnSpLocks/>
            <a:stCxn id="5" idx="6"/>
            <a:endCxn id="69" idx="2"/>
          </p:cNvCxnSpPr>
          <p:nvPr/>
        </p:nvCxnSpPr>
        <p:spPr>
          <a:xfrm flipV="1">
            <a:off x="5834890" y="3527600"/>
            <a:ext cx="628400" cy="114324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09312B4-2D82-8697-52B8-8861136AC706}"/>
              </a:ext>
            </a:extLst>
          </p:cNvPr>
          <p:cNvCxnSpPr>
            <a:cxnSpLocks/>
            <a:stCxn id="7" idx="6"/>
            <a:endCxn id="69" idx="2"/>
          </p:cNvCxnSpPr>
          <p:nvPr/>
        </p:nvCxnSpPr>
        <p:spPr>
          <a:xfrm flipV="1">
            <a:off x="5834890" y="3527599"/>
            <a:ext cx="628400" cy="186442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8B367EC-93A7-DF8E-D3DF-CE0590A30341}"/>
              </a:ext>
            </a:extLst>
          </p:cNvPr>
          <p:cNvSpPr/>
          <p:nvPr/>
        </p:nvSpPr>
        <p:spPr>
          <a:xfrm>
            <a:off x="7424201" y="381112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87691F-2A13-77A9-997C-2BC2AE541E27}"/>
              </a:ext>
            </a:extLst>
          </p:cNvPr>
          <p:cNvSpPr/>
          <p:nvPr/>
        </p:nvSpPr>
        <p:spPr>
          <a:xfrm>
            <a:off x="7424201" y="4532301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432E56D-4F35-19B0-9F67-37410B77C99F}"/>
              </a:ext>
            </a:extLst>
          </p:cNvPr>
          <p:cNvSpPr/>
          <p:nvPr/>
        </p:nvSpPr>
        <p:spPr>
          <a:xfrm>
            <a:off x="7424201" y="525347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0C68100-E50A-CE90-B131-48284A5F476E}"/>
              </a:ext>
            </a:extLst>
          </p:cNvPr>
          <p:cNvCxnSpPr>
            <a:cxnSpLocks/>
            <a:stCxn id="69" idx="6"/>
            <a:endCxn id="9" idx="2"/>
          </p:cNvCxnSpPr>
          <p:nvPr/>
        </p:nvCxnSpPr>
        <p:spPr>
          <a:xfrm>
            <a:off x="6740382" y="3527599"/>
            <a:ext cx="683819" cy="422074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B3A3A5-8934-EFE9-93F8-D5BB4AC2902D}"/>
              </a:ext>
            </a:extLst>
          </p:cNvPr>
          <p:cNvCxnSpPr>
            <a:cxnSpLocks/>
            <a:stCxn id="16" idx="6"/>
            <a:endCxn id="9" idx="2"/>
          </p:cNvCxnSpPr>
          <p:nvPr/>
        </p:nvCxnSpPr>
        <p:spPr>
          <a:xfrm flipV="1">
            <a:off x="6740382" y="3949674"/>
            <a:ext cx="683819" cy="37489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55566D7-32E7-1170-185D-B78203BA939A}"/>
              </a:ext>
            </a:extLst>
          </p:cNvPr>
          <p:cNvCxnSpPr>
            <a:cxnSpLocks/>
            <a:stCxn id="17" idx="6"/>
            <a:endCxn id="9" idx="2"/>
          </p:cNvCxnSpPr>
          <p:nvPr/>
        </p:nvCxnSpPr>
        <p:spPr>
          <a:xfrm flipV="1">
            <a:off x="6740382" y="3949673"/>
            <a:ext cx="683819" cy="11718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46227D8-C6DC-3C70-C462-8DB6501A3BA1}"/>
              </a:ext>
            </a:extLst>
          </p:cNvPr>
          <p:cNvCxnSpPr>
            <a:cxnSpLocks/>
            <a:stCxn id="19" idx="6"/>
            <a:endCxn id="9" idx="2"/>
          </p:cNvCxnSpPr>
          <p:nvPr/>
        </p:nvCxnSpPr>
        <p:spPr>
          <a:xfrm flipV="1">
            <a:off x="6740382" y="3949673"/>
            <a:ext cx="683819" cy="196882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0F515E2-AE03-4FB0-48BC-4611C549A6F0}"/>
              </a:ext>
            </a:extLst>
          </p:cNvPr>
          <p:cNvCxnSpPr>
            <a:cxnSpLocks/>
            <a:stCxn id="19" idx="6"/>
            <a:endCxn id="10" idx="2"/>
          </p:cNvCxnSpPr>
          <p:nvPr/>
        </p:nvCxnSpPr>
        <p:spPr>
          <a:xfrm flipV="1">
            <a:off x="6740382" y="4670847"/>
            <a:ext cx="683819" cy="124765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90045E2-391C-6656-834F-56B01AB7EB03}"/>
              </a:ext>
            </a:extLst>
          </p:cNvPr>
          <p:cNvCxnSpPr>
            <a:cxnSpLocks/>
            <a:stCxn id="17" idx="6"/>
            <a:endCxn id="11" idx="2"/>
          </p:cNvCxnSpPr>
          <p:nvPr/>
        </p:nvCxnSpPr>
        <p:spPr>
          <a:xfrm>
            <a:off x="6740382" y="5121533"/>
            <a:ext cx="683819" cy="27048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593EA2B-A37B-61A3-AEF1-22DDF4AE260D}"/>
              </a:ext>
            </a:extLst>
          </p:cNvPr>
          <p:cNvCxnSpPr>
            <a:cxnSpLocks/>
            <a:stCxn id="69" idx="6"/>
            <a:endCxn id="11" idx="2"/>
          </p:cNvCxnSpPr>
          <p:nvPr/>
        </p:nvCxnSpPr>
        <p:spPr>
          <a:xfrm>
            <a:off x="6740382" y="3527599"/>
            <a:ext cx="683819" cy="186442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EBD5969-949F-344A-978E-57B49E2024DD}"/>
              </a:ext>
            </a:extLst>
          </p:cNvPr>
          <p:cNvCxnSpPr>
            <a:cxnSpLocks/>
            <a:stCxn id="16" idx="6"/>
            <a:endCxn id="11" idx="2"/>
          </p:cNvCxnSpPr>
          <p:nvPr/>
        </p:nvCxnSpPr>
        <p:spPr>
          <a:xfrm>
            <a:off x="6740382" y="4324567"/>
            <a:ext cx="683819" cy="106745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A325B12-FD7E-A6BB-4702-A5A0A8ADCEBC}"/>
              </a:ext>
            </a:extLst>
          </p:cNvPr>
          <p:cNvCxnSpPr>
            <a:cxnSpLocks/>
            <a:stCxn id="19" idx="6"/>
            <a:endCxn id="11" idx="2"/>
          </p:cNvCxnSpPr>
          <p:nvPr/>
        </p:nvCxnSpPr>
        <p:spPr>
          <a:xfrm flipV="1">
            <a:off x="6740382" y="5392019"/>
            <a:ext cx="683819" cy="5264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AE2524C-FD1C-EF7F-82A1-A45529A47EF8}"/>
              </a:ext>
            </a:extLst>
          </p:cNvPr>
          <p:cNvCxnSpPr>
            <a:cxnSpLocks/>
            <a:stCxn id="16" idx="6"/>
            <a:endCxn id="10" idx="2"/>
          </p:cNvCxnSpPr>
          <p:nvPr/>
        </p:nvCxnSpPr>
        <p:spPr>
          <a:xfrm>
            <a:off x="6740382" y="4324566"/>
            <a:ext cx="683819" cy="34628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A241FA5-FCDB-FD5A-0A4D-18F93026AAAA}"/>
              </a:ext>
            </a:extLst>
          </p:cNvPr>
          <p:cNvCxnSpPr>
            <a:cxnSpLocks/>
            <a:stCxn id="17" idx="6"/>
            <a:endCxn id="10" idx="2"/>
          </p:cNvCxnSpPr>
          <p:nvPr/>
        </p:nvCxnSpPr>
        <p:spPr>
          <a:xfrm flipV="1">
            <a:off x="6740382" y="4670847"/>
            <a:ext cx="683819" cy="45068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B3461B9-38EA-2C32-437A-FB712347E1CB}"/>
              </a:ext>
            </a:extLst>
          </p:cNvPr>
          <p:cNvCxnSpPr>
            <a:cxnSpLocks/>
            <a:stCxn id="69" idx="6"/>
            <a:endCxn id="10" idx="2"/>
          </p:cNvCxnSpPr>
          <p:nvPr/>
        </p:nvCxnSpPr>
        <p:spPr>
          <a:xfrm>
            <a:off x="6740382" y="3527600"/>
            <a:ext cx="683819" cy="1143247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EC9B826-9391-83DB-C4A4-50B12C8DFCE3}"/>
              </a:ext>
            </a:extLst>
          </p:cNvPr>
          <p:cNvSpPr txBox="1"/>
          <p:nvPr/>
        </p:nvSpPr>
        <p:spPr>
          <a:xfrm>
            <a:off x="6089216" y="2515115"/>
            <a:ext cx="1607128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AFC3260-F5BF-26CE-E81A-2D16868358B6}"/>
              </a:ext>
            </a:extLst>
          </p:cNvPr>
          <p:cNvSpPr/>
          <p:nvPr/>
        </p:nvSpPr>
        <p:spPr>
          <a:xfrm>
            <a:off x="8813618" y="2232463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86613D1-61EE-940D-083A-45C2EC41F309}"/>
              </a:ext>
            </a:extLst>
          </p:cNvPr>
          <p:cNvSpPr/>
          <p:nvPr/>
        </p:nvSpPr>
        <p:spPr>
          <a:xfrm>
            <a:off x="8813618" y="295363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4FF4F9-EA4D-D5D5-D1BE-B1F72554B1C8}"/>
              </a:ext>
            </a:extLst>
          </p:cNvPr>
          <p:cNvSpPr/>
          <p:nvPr/>
        </p:nvSpPr>
        <p:spPr>
          <a:xfrm>
            <a:off x="8813618" y="367480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65CFCE-AECB-4D28-6DEC-3F06C2E1C832}"/>
              </a:ext>
            </a:extLst>
          </p:cNvPr>
          <p:cNvSpPr/>
          <p:nvPr/>
        </p:nvSpPr>
        <p:spPr>
          <a:xfrm>
            <a:off x="9719109" y="260735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EFF777-F8B0-A808-ECAA-09B527B0C20D}"/>
              </a:ext>
            </a:extLst>
          </p:cNvPr>
          <p:cNvSpPr/>
          <p:nvPr/>
        </p:nvSpPr>
        <p:spPr>
          <a:xfrm>
            <a:off x="9719109" y="3404323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A499E47-3A72-B087-7809-C58635A0B306}"/>
              </a:ext>
            </a:extLst>
          </p:cNvPr>
          <p:cNvSpPr/>
          <p:nvPr/>
        </p:nvSpPr>
        <p:spPr>
          <a:xfrm>
            <a:off x="9719109" y="420128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B3ABC6-0AF9-696C-D67D-1436DC25BC79}"/>
              </a:ext>
            </a:extLst>
          </p:cNvPr>
          <p:cNvCxnSpPr>
            <a:stCxn id="3" idx="6"/>
            <a:endCxn id="12" idx="2"/>
          </p:cNvCxnSpPr>
          <p:nvPr/>
        </p:nvCxnSpPr>
        <p:spPr>
          <a:xfrm>
            <a:off x="9090708" y="2371009"/>
            <a:ext cx="628400" cy="37489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C9D181-3543-656E-8D8E-2006FDC754E1}"/>
              </a:ext>
            </a:extLst>
          </p:cNvPr>
          <p:cNvCxnSpPr>
            <a:cxnSpLocks/>
            <a:stCxn id="3" idx="6"/>
            <a:endCxn id="13" idx="2"/>
          </p:cNvCxnSpPr>
          <p:nvPr/>
        </p:nvCxnSpPr>
        <p:spPr>
          <a:xfrm>
            <a:off x="9090708" y="2371008"/>
            <a:ext cx="628400" cy="11718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3E3FF2-D05D-3B01-2FF6-60458BDF778D}"/>
              </a:ext>
            </a:extLst>
          </p:cNvPr>
          <p:cNvCxnSpPr>
            <a:cxnSpLocks/>
            <a:stCxn id="3" idx="6"/>
            <a:endCxn id="14" idx="2"/>
          </p:cNvCxnSpPr>
          <p:nvPr/>
        </p:nvCxnSpPr>
        <p:spPr>
          <a:xfrm>
            <a:off x="9090708" y="2371008"/>
            <a:ext cx="628400" cy="196882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6DBB98A-055A-0C1D-E167-12760B296AA9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 flipV="1">
            <a:off x="9090708" y="2745901"/>
            <a:ext cx="628400" cy="34628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72139BA-2A61-0A40-EE25-66C7ED1F0769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>
            <a:off x="9090708" y="3092182"/>
            <a:ext cx="628400" cy="45068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B1F1567-3CA0-AA7A-8575-5652C8AA829D}"/>
              </a:ext>
            </a:extLst>
          </p:cNvPr>
          <p:cNvCxnSpPr>
            <a:cxnSpLocks/>
            <a:stCxn id="8" idx="6"/>
            <a:endCxn id="14" idx="2"/>
          </p:cNvCxnSpPr>
          <p:nvPr/>
        </p:nvCxnSpPr>
        <p:spPr>
          <a:xfrm>
            <a:off x="9090708" y="3813354"/>
            <a:ext cx="628400" cy="52648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5B7A9D-2631-C811-17CE-402A2F783ACD}"/>
              </a:ext>
            </a:extLst>
          </p:cNvPr>
          <p:cNvCxnSpPr>
            <a:cxnSpLocks/>
            <a:stCxn id="6" idx="6"/>
            <a:endCxn id="14" idx="2"/>
          </p:cNvCxnSpPr>
          <p:nvPr/>
        </p:nvCxnSpPr>
        <p:spPr>
          <a:xfrm>
            <a:off x="9090708" y="3092182"/>
            <a:ext cx="628400" cy="124765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CBAD666-92C4-9CF2-8CA9-2E7693ACBCA3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9090708" y="2745902"/>
            <a:ext cx="628400" cy="106745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852A5D-0E09-A810-7676-FCD0AE2E5263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 flipV="1">
            <a:off x="9090708" y="3542868"/>
            <a:ext cx="628400" cy="27048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446EC47-C976-EEE5-ACA6-8154229286AB}"/>
              </a:ext>
            </a:extLst>
          </p:cNvPr>
          <p:cNvSpPr/>
          <p:nvPr/>
        </p:nvSpPr>
        <p:spPr>
          <a:xfrm>
            <a:off x="9719109" y="181038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24BF930-D7AE-99D5-98E9-76B360BA1CF2}"/>
              </a:ext>
            </a:extLst>
          </p:cNvPr>
          <p:cNvCxnSpPr>
            <a:cxnSpLocks/>
            <a:stCxn id="3" idx="6"/>
            <a:endCxn id="37" idx="2"/>
          </p:cNvCxnSpPr>
          <p:nvPr/>
        </p:nvCxnSpPr>
        <p:spPr>
          <a:xfrm flipV="1">
            <a:off x="9090708" y="1948934"/>
            <a:ext cx="628400" cy="42207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7DAD92D-867F-50F4-D7E9-92BCFF23043A}"/>
              </a:ext>
            </a:extLst>
          </p:cNvPr>
          <p:cNvCxnSpPr>
            <a:cxnSpLocks/>
            <a:stCxn id="6" idx="6"/>
            <a:endCxn id="37" idx="2"/>
          </p:cNvCxnSpPr>
          <p:nvPr/>
        </p:nvCxnSpPr>
        <p:spPr>
          <a:xfrm flipV="1">
            <a:off x="9090708" y="1948935"/>
            <a:ext cx="628400" cy="114324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62205F4-62E3-3F6F-FB8E-858F6DCD7C29}"/>
              </a:ext>
            </a:extLst>
          </p:cNvPr>
          <p:cNvCxnSpPr>
            <a:cxnSpLocks/>
            <a:stCxn id="8" idx="6"/>
            <a:endCxn id="37" idx="2"/>
          </p:cNvCxnSpPr>
          <p:nvPr/>
        </p:nvCxnSpPr>
        <p:spPr>
          <a:xfrm flipV="1">
            <a:off x="9090708" y="1948934"/>
            <a:ext cx="628400" cy="186442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2A78988D-85DA-791A-7D29-E206BCFE2627}"/>
              </a:ext>
            </a:extLst>
          </p:cNvPr>
          <p:cNvSpPr/>
          <p:nvPr/>
        </p:nvSpPr>
        <p:spPr>
          <a:xfrm>
            <a:off x="10680019" y="2232463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AB2FC4C-E868-8AC9-BCA8-AA79B597A2E0}"/>
              </a:ext>
            </a:extLst>
          </p:cNvPr>
          <p:cNvSpPr/>
          <p:nvPr/>
        </p:nvSpPr>
        <p:spPr>
          <a:xfrm>
            <a:off x="10680019" y="295363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37B7E80-0B0A-2A8C-8067-219C614D6000}"/>
              </a:ext>
            </a:extLst>
          </p:cNvPr>
          <p:cNvSpPr/>
          <p:nvPr/>
        </p:nvSpPr>
        <p:spPr>
          <a:xfrm>
            <a:off x="10680019" y="367480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A2BD87A-0F7B-A829-5D88-7946FFCA1649}"/>
              </a:ext>
            </a:extLst>
          </p:cNvPr>
          <p:cNvCxnSpPr>
            <a:cxnSpLocks/>
            <a:stCxn id="37" idx="6"/>
            <a:endCxn id="45" idx="2"/>
          </p:cNvCxnSpPr>
          <p:nvPr/>
        </p:nvCxnSpPr>
        <p:spPr>
          <a:xfrm>
            <a:off x="9996200" y="1948934"/>
            <a:ext cx="683819" cy="422074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1BA1995-99B4-3F8F-32FC-8DD59CC32F0E}"/>
              </a:ext>
            </a:extLst>
          </p:cNvPr>
          <p:cNvCxnSpPr>
            <a:cxnSpLocks/>
            <a:stCxn id="12" idx="6"/>
            <a:endCxn id="45" idx="2"/>
          </p:cNvCxnSpPr>
          <p:nvPr/>
        </p:nvCxnSpPr>
        <p:spPr>
          <a:xfrm flipV="1">
            <a:off x="9996200" y="2371009"/>
            <a:ext cx="683819" cy="37489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FB98882-35E8-B90D-F72D-F4458FBF9192}"/>
              </a:ext>
            </a:extLst>
          </p:cNvPr>
          <p:cNvCxnSpPr>
            <a:cxnSpLocks/>
            <a:stCxn id="13" idx="6"/>
            <a:endCxn id="45" idx="2"/>
          </p:cNvCxnSpPr>
          <p:nvPr/>
        </p:nvCxnSpPr>
        <p:spPr>
          <a:xfrm flipV="1">
            <a:off x="9996200" y="2371008"/>
            <a:ext cx="683819" cy="117186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AB8AE06-BB09-B855-6ECF-67981FA742FC}"/>
              </a:ext>
            </a:extLst>
          </p:cNvPr>
          <p:cNvCxnSpPr>
            <a:cxnSpLocks/>
            <a:stCxn id="14" idx="6"/>
            <a:endCxn id="45" idx="2"/>
          </p:cNvCxnSpPr>
          <p:nvPr/>
        </p:nvCxnSpPr>
        <p:spPr>
          <a:xfrm flipV="1">
            <a:off x="9996200" y="2371008"/>
            <a:ext cx="683819" cy="196882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A3B4C3C-1B8B-662A-AE76-C61F9CF2229A}"/>
              </a:ext>
            </a:extLst>
          </p:cNvPr>
          <p:cNvCxnSpPr>
            <a:cxnSpLocks/>
            <a:stCxn id="14" idx="6"/>
            <a:endCxn id="46" idx="2"/>
          </p:cNvCxnSpPr>
          <p:nvPr/>
        </p:nvCxnSpPr>
        <p:spPr>
          <a:xfrm flipV="1">
            <a:off x="9996200" y="3092182"/>
            <a:ext cx="683819" cy="124765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4B1E6CF-665C-BC0F-76E1-88FE542FDFBB}"/>
              </a:ext>
            </a:extLst>
          </p:cNvPr>
          <p:cNvCxnSpPr>
            <a:cxnSpLocks/>
            <a:stCxn id="13" idx="6"/>
            <a:endCxn id="48" idx="2"/>
          </p:cNvCxnSpPr>
          <p:nvPr/>
        </p:nvCxnSpPr>
        <p:spPr>
          <a:xfrm>
            <a:off x="9996200" y="3542868"/>
            <a:ext cx="683819" cy="270486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B5C4DAB-0DAB-F493-014A-C6BC4B68FFCC}"/>
              </a:ext>
            </a:extLst>
          </p:cNvPr>
          <p:cNvCxnSpPr>
            <a:cxnSpLocks/>
            <a:stCxn id="37" idx="6"/>
            <a:endCxn id="48" idx="2"/>
          </p:cNvCxnSpPr>
          <p:nvPr/>
        </p:nvCxnSpPr>
        <p:spPr>
          <a:xfrm>
            <a:off x="9996200" y="1948934"/>
            <a:ext cx="683819" cy="186442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D4D3C1A-C4F3-8C34-52B5-6C0992F37DE0}"/>
              </a:ext>
            </a:extLst>
          </p:cNvPr>
          <p:cNvCxnSpPr>
            <a:cxnSpLocks/>
            <a:stCxn id="12" idx="6"/>
            <a:endCxn id="48" idx="2"/>
          </p:cNvCxnSpPr>
          <p:nvPr/>
        </p:nvCxnSpPr>
        <p:spPr>
          <a:xfrm>
            <a:off x="9996200" y="2745902"/>
            <a:ext cx="683819" cy="1067453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AB40F61-9E23-337E-1E99-E7D153D00820}"/>
              </a:ext>
            </a:extLst>
          </p:cNvPr>
          <p:cNvCxnSpPr>
            <a:cxnSpLocks/>
            <a:stCxn id="14" idx="6"/>
            <a:endCxn id="48" idx="2"/>
          </p:cNvCxnSpPr>
          <p:nvPr/>
        </p:nvCxnSpPr>
        <p:spPr>
          <a:xfrm flipV="1">
            <a:off x="9996200" y="3813354"/>
            <a:ext cx="683819" cy="52648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48895C6-CCB2-2DBA-3832-1C4A7F97B1C6}"/>
              </a:ext>
            </a:extLst>
          </p:cNvPr>
          <p:cNvCxnSpPr>
            <a:cxnSpLocks/>
            <a:stCxn id="12" idx="6"/>
            <a:endCxn id="46" idx="2"/>
          </p:cNvCxnSpPr>
          <p:nvPr/>
        </p:nvCxnSpPr>
        <p:spPr>
          <a:xfrm>
            <a:off x="9996200" y="2745901"/>
            <a:ext cx="683819" cy="346280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3247C6D-EE21-E33F-64B4-38F92BD0A60E}"/>
              </a:ext>
            </a:extLst>
          </p:cNvPr>
          <p:cNvCxnSpPr>
            <a:cxnSpLocks/>
            <a:stCxn id="13" idx="6"/>
            <a:endCxn id="46" idx="2"/>
          </p:cNvCxnSpPr>
          <p:nvPr/>
        </p:nvCxnSpPr>
        <p:spPr>
          <a:xfrm flipV="1">
            <a:off x="9996200" y="3092182"/>
            <a:ext cx="683819" cy="45068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17661D3-518A-FECE-EF01-90F03552E4C4}"/>
              </a:ext>
            </a:extLst>
          </p:cNvPr>
          <p:cNvCxnSpPr>
            <a:cxnSpLocks/>
            <a:stCxn id="37" idx="6"/>
            <a:endCxn id="46" idx="2"/>
          </p:cNvCxnSpPr>
          <p:nvPr/>
        </p:nvCxnSpPr>
        <p:spPr>
          <a:xfrm>
            <a:off x="9996200" y="1948935"/>
            <a:ext cx="683819" cy="1143247"/>
          </a:xfrm>
          <a:prstGeom prst="straightConnector1">
            <a:avLst/>
          </a:prstGeom>
          <a:ln>
            <a:solidFill>
              <a:srgbClr val="0070C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01B471D3-3A1D-ED06-4A1B-2D05FADBF407}"/>
              </a:ext>
            </a:extLst>
          </p:cNvPr>
          <p:cNvSpPr/>
          <p:nvPr/>
        </p:nvSpPr>
        <p:spPr>
          <a:xfrm>
            <a:off x="11210454" y="2232463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EBFD541-5B3E-0408-9CE4-3D4530E0BA43}"/>
              </a:ext>
            </a:extLst>
          </p:cNvPr>
          <p:cNvSpPr/>
          <p:nvPr/>
        </p:nvSpPr>
        <p:spPr>
          <a:xfrm>
            <a:off x="11210454" y="295363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E5CED9E-45CA-88F7-876A-C2D614B6A135}"/>
              </a:ext>
            </a:extLst>
          </p:cNvPr>
          <p:cNvSpPr/>
          <p:nvPr/>
        </p:nvSpPr>
        <p:spPr>
          <a:xfrm>
            <a:off x="11210454" y="367480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B345F92-1DEF-50F3-BE71-09D5DF949BA7}"/>
              </a:ext>
            </a:extLst>
          </p:cNvPr>
          <p:cNvSpPr/>
          <p:nvPr/>
        </p:nvSpPr>
        <p:spPr>
          <a:xfrm>
            <a:off x="12115945" y="260735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ACB1B7E-2BA9-854E-9D32-DCBDA3A8B996}"/>
              </a:ext>
            </a:extLst>
          </p:cNvPr>
          <p:cNvSpPr/>
          <p:nvPr/>
        </p:nvSpPr>
        <p:spPr>
          <a:xfrm>
            <a:off x="12115945" y="3404323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917BDC2-2B21-8C18-A869-655D64187834}"/>
              </a:ext>
            </a:extLst>
          </p:cNvPr>
          <p:cNvSpPr/>
          <p:nvPr/>
        </p:nvSpPr>
        <p:spPr>
          <a:xfrm>
            <a:off x="12115945" y="420128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157D4B2-48AA-8A39-ED05-8EE46704B4E1}"/>
              </a:ext>
            </a:extLst>
          </p:cNvPr>
          <p:cNvCxnSpPr>
            <a:stCxn id="64" idx="6"/>
            <a:endCxn id="68" idx="2"/>
          </p:cNvCxnSpPr>
          <p:nvPr/>
        </p:nvCxnSpPr>
        <p:spPr>
          <a:xfrm>
            <a:off x="11487544" y="2371009"/>
            <a:ext cx="628400" cy="37489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1DA3035-6EE0-4491-C215-DAD25EFBF3A9}"/>
              </a:ext>
            </a:extLst>
          </p:cNvPr>
          <p:cNvCxnSpPr>
            <a:cxnSpLocks/>
            <a:stCxn id="64" idx="6"/>
            <a:endCxn id="72" idx="2"/>
          </p:cNvCxnSpPr>
          <p:nvPr/>
        </p:nvCxnSpPr>
        <p:spPr>
          <a:xfrm>
            <a:off x="11487544" y="2371008"/>
            <a:ext cx="628400" cy="11718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93F2E26-A1AA-9F9A-6882-E7695FCF2FCC}"/>
              </a:ext>
            </a:extLst>
          </p:cNvPr>
          <p:cNvCxnSpPr>
            <a:cxnSpLocks/>
            <a:stCxn id="64" idx="6"/>
            <a:endCxn id="74" idx="2"/>
          </p:cNvCxnSpPr>
          <p:nvPr/>
        </p:nvCxnSpPr>
        <p:spPr>
          <a:xfrm>
            <a:off x="11487544" y="2371008"/>
            <a:ext cx="628400" cy="196882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001D7BE-9546-D57A-10B3-61C22A69040C}"/>
              </a:ext>
            </a:extLst>
          </p:cNvPr>
          <p:cNvCxnSpPr>
            <a:cxnSpLocks/>
            <a:stCxn id="65" idx="6"/>
            <a:endCxn id="68" idx="2"/>
          </p:cNvCxnSpPr>
          <p:nvPr/>
        </p:nvCxnSpPr>
        <p:spPr>
          <a:xfrm flipV="1">
            <a:off x="11487544" y="2745901"/>
            <a:ext cx="628400" cy="34628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BB57192-E2F2-5F9D-CD92-AA3DBD57069C}"/>
              </a:ext>
            </a:extLst>
          </p:cNvPr>
          <p:cNvCxnSpPr>
            <a:cxnSpLocks/>
            <a:stCxn id="65" idx="6"/>
            <a:endCxn id="72" idx="2"/>
          </p:cNvCxnSpPr>
          <p:nvPr/>
        </p:nvCxnSpPr>
        <p:spPr>
          <a:xfrm>
            <a:off x="11487544" y="3092182"/>
            <a:ext cx="628400" cy="45068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781F0D8-1CFC-DFA6-E6CD-2F3842903970}"/>
              </a:ext>
            </a:extLst>
          </p:cNvPr>
          <p:cNvCxnSpPr>
            <a:cxnSpLocks/>
            <a:stCxn id="67" idx="6"/>
            <a:endCxn id="74" idx="2"/>
          </p:cNvCxnSpPr>
          <p:nvPr/>
        </p:nvCxnSpPr>
        <p:spPr>
          <a:xfrm>
            <a:off x="11487544" y="3813354"/>
            <a:ext cx="628400" cy="52648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A4FD032-FAD1-A093-DF06-F39DB2641A98}"/>
              </a:ext>
            </a:extLst>
          </p:cNvPr>
          <p:cNvCxnSpPr>
            <a:cxnSpLocks/>
            <a:stCxn id="65" idx="6"/>
            <a:endCxn id="74" idx="2"/>
          </p:cNvCxnSpPr>
          <p:nvPr/>
        </p:nvCxnSpPr>
        <p:spPr>
          <a:xfrm>
            <a:off x="11487544" y="3092182"/>
            <a:ext cx="628400" cy="124765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86F5753-4B19-51B4-01D5-DBEFDFA39D66}"/>
              </a:ext>
            </a:extLst>
          </p:cNvPr>
          <p:cNvCxnSpPr>
            <a:cxnSpLocks/>
            <a:stCxn id="67" idx="6"/>
            <a:endCxn id="68" idx="2"/>
          </p:cNvCxnSpPr>
          <p:nvPr/>
        </p:nvCxnSpPr>
        <p:spPr>
          <a:xfrm flipV="1">
            <a:off x="11487544" y="2745902"/>
            <a:ext cx="628400" cy="106745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9D95278-633A-DEEF-4A3A-2D9D00F4C65D}"/>
              </a:ext>
            </a:extLst>
          </p:cNvPr>
          <p:cNvCxnSpPr>
            <a:cxnSpLocks/>
            <a:stCxn id="67" idx="6"/>
            <a:endCxn id="72" idx="2"/>
          </p:cNvCxnSpPr>
          <p:nvPr/>
        </p:nvCxnSpPr>
        <p:spPr>
          <a:xfrm flipV="1">
            <a:off x="11487544" y="3542868"/>
            <a:ext cx="628400" cy="27048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58B72038-DB49-917F-1A55-438D7CB24190}"/>
              </a:ext>
            </a:extLst>
          </p:cNvPr>
          <p:cNvSpPr/>
          <p:nvPr/>
        </p:nvSpPr>
        <p:spPr>
          <a:xfrm>
            <a:off x="12115945" y="181038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C47E1E7-DCC0-8936-B850-EE6DD4CDEC73}"/>
              </a:ext>
            </a:extLst>
          </p:cNvPr>
          <p:cNvCxnSpPr>
            <a:cxnSpLocks/>
            <a:stCxn id="64" idx="6"/>
            <a:endCxn id="86" idx="2"/>
          </p:cNvCxnSpPr>
          <p:nvPr/>
        </p:nvCxnSpPr>
        <p:spPr>
          <a:xfrm flipV="1">
            <a:off x="11487544" y="1948934"/>
            <a:ext cx="628400" cy="42207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8410504-26A4-D178-A0C1-67AAC0A37B32}"/>
              </a:ext>
            </a:extLst>
          </p:cNvPr>
          <p:cNvCxnSpPr>
            <a:cxnSpLocks/>
            <a:stCxn id="65" idx="6"/>
            <a:endCxn id="86" idx="2"/>
          </p:cNvCxnSpPr>
          <p:nvPr/>
        </p:nvCxnSpPr>
        <p:spPr>
          <a:xfrm flipV="1">
            <a:off x="11487544" y="1948935"/>
            <a:ext cx="628400" cy="114324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A09A59E-0C99-861C-C9C3-985F3323BA68}"/>
              </a:ext>
            </a:extLst>
          </p:cNvPr>
          <p:cNvCxnSpPr>
            <a:cxnSpLocks/>
            <a:stCxn id="67" idx="6"/>
            <a:endCxn id="86" idx="2"/>
          </p:cNvCxnSpPr>
          <p:nvPr/>
        </p:nvCxnSpPr>
        <p:spPr>
          <a:xfrm flipV="1">
            <a:off x="11487544" y="1948934"/>
            <a:ext cx="628400" cy="186442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BB36DEE2-3656-78B4-90E4-0D32BB8BD92B}"/>
              </a:ext>
            </a:extLst>
          </p:cNvPr>
          <p:cNvSpPr/>
          <p:nvPr/>
        </p:nvSpPr>
        <p:spPr>
          <a:xfrm>
            <a:off x="13076855" y="2232463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571A882-5E6A-A9C4-65AC-717C7029A2C9}"/>
              </a:ext>
            </a:extLst>
          </p:cNvPr>
          <p:cNvSpPr/>
          <p:nvPr/>
        </p:nvSpPr>
        <p:spPr>
          <a:xfrm>
            <a:off x="13076855" y="295363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01905B6-2AEE-EEF6-7484-19F9C3115D8E}"/>
              </a:ext>
            </a:extLst>
          </p:cNvPr>
          <p:cNvSpPr/>
          <p:nvPr/>
        </p:nvSpPr>
        <p:spPr>
          <a:xfrm>
            <a:off x="13076855" y="367480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B3C8206-9AA8-04D0-9DE0-05A07439CEA3}"/>
              </a:ext>
            </a:extLst>
          </p:cNvPr>
          <p:cNvCxnSpPr>
            <a:cxnSpLocks/>
            <a:stCxn id="86" idx="6"/>
            <a:endCxn id="90" idx="2"/>
          </p:cNvCxnSpPr>
          <p:nvPr/>
        </p:nvCxnSpPr>
        <p:spPr>
          <a:xfrm>
            <a:off x="12393036" y="1948934"/>
            <a:ext cx="683819" cy="422074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6D00B9B-3062-1D89-2FDE-BFA9CD4137B5}"/>
              </a:ext>
            </a:extLst>
          </p:cNvPr>
          <p:cNvCxnSpPr>
            <a:cxnSpLocks/>
            <a:stCxn id="68" idx="6"/>
            <a:endCxn id="90" idx="2"/>
          </p:cNvCxnSpPr>
          <p:nvPr/>
        </p:nvCxnSpPr>
        <p:spPr>
          <a:xfrm flipV="1">
            <a:off x="12393036" y="2371009"/>
            <a:ext cx="683819" cy="37489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4B09778-4D03-5405-E1A4-96717CDB71FE}"/>
              </a:ext>
            </a:extLst>
          </p:cNvPr>
          <p:cNvCxnSpPr>
            <a:cxnSpLocks/>
            <a:stCxn id="72" idx="6"/>
            <a:endCxn id="90" idx="2"/>
          </p:cNvCxnSpPr>
          <p:nvPr/>
        </p:nvCxnSpPr>
        <p:spPr>
          <a:xfrm flipV="1">
            <a:off x="12393036" y="2371008"/>
            <a:ext cx="683819" cy="11718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122CF73-3CD6-38FB-1013-D4E927B20AE9}"/>
              </a:ext>
            </a:extLst>
          </p:cNvPr>
          <p:cNvCxnSpPr>
            <a:cxnSpLocks/>
            <a:stCxn id="74" idx="6"/>
            <a:endCxn id="90" idx="2"/>
          </p:cNvCxnSpPr>
          <p:nvPr/>
        </p:nvCxnSpPr>
        <p:spPr>
          <a:xfrm flipV="1">
            <a:off x="12393036" y="2371008"/>
            <a:ext cx="683819" cy="196882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D7141D8-960A-5224-9D02-CD15DA9B0056}"/>
              </a:ext>
            </a:extLst>
          </p:cNvPr>
          <p:cNvCxnSpPr>
            <a:cxnSpLocks/>
            <a:stCxn id="74" idx="6"/>
            <a:endCxn id="91" idx="2"/>
          </p:cNvCxnSpPr>
          <p:nvPr/>
        </p:nvCxnSpPr>
        <p:spPr>
          <a:xfrm flipV="1">
            <a:off x="12393036" y="3092182"/>
            <a:ext cx="683819" cy="124765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0BEFB3A-99F4-6EED-EBFB-83E73766D65E}"/>
              </a:ext>
            </a:extLst>
          </p:cNvPr>
          <p:cNvCxnSpPr>
            <a:cxnSpLocks/>
            <a:stCxn id="72" idx="6"/>
            <a:endCxn id="92" idx="2"/>
          </p:cNvCxnSpPr>
          <p:nvPr/>
        </p:nvCxnSpPr>
        <p:spPr>
          <a:xfrm>
            <a:off x="12393036" y="3542868"/>
            <a:ext cx="683819" cy="27048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D83795A-67D2-8293-A994-A3042E3F7120}"/>
              </a:ext>
            </a:extLst>
          </p:cNvPr>
          <p:cNvCxnSpPr>
            <a:cxnSpLocks/>
            <a:stCxn id="86" idx="6"/>
            <a:endCxn id="92" idx="2"/>
          </p:cNvCxnSpPr>
          <p:nvPr/>
        </p:nvCxnSpPr>
        <p:spPr>
          <a:xfrm>
            <a:off x="12393036" y="1948934"/>
            <a:ext cx="683819" cy="186442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90DCF77E-732C-1114-B30D-0EB9118AB6B4}"/>
              </a:ext>
            </a:extLst>
          </p:cNvPr>
          <p:cNvCxnSpPr>
            <a:cxnSpLocks/>
            <a:stCxn id="68" idx="6"/>
            <a:endCxn id="92" idx="2"/>
          </p:cNvCxnSpPr>
          <p:nvPr/>
        </p:nvCxnSpPr>
        <p:spPr>
          <a:xfrm>
            <a:off x="12393036" y="2745902"/>
            <a:ext cx="683819" cy="106745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01E8AB8-10F8-E44B-62C9-135238AC230C}"/>
              </a:ext>
            </a:extLst>
          </p:cNvPr>
          <p:cNvCxnSpPr>
            <a:cxnSpLocks/>
            <a:stCxn id="74" idx="6"/>
            <a:endCxn id="92" idx="2"/>
          </p:cNvCxnSpPr>
          <p:nvPr/>
        </p:nvCxnSpPr>
        <p:spPr>
          <a:xfrm flipV="1">
            <a:off x="12393036" y="3813354"/>
            <a:ext cx="683819" cy="52648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AE644DA-3326-D021-F358-61EE8BF157E1}"/>
              </a:ext>
            </a:extLst>
          </p:cNvPr>
          <p:cNvCxnSpPr>
            <a:cxnSpLocks/>
            <a:stCxn id="68" idx="6"/>
            <a:endCxn id="91" idx="2"/>
          </p:cNvCxnSpPr>
          <p:nvPr/>
        </p:nvCxnSpPr>
        <p:spPr>
          <a:xfrm>
            <a:off x="12393036" y="2745901"/>
            <a:ext cx="683819" cy="34628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ACA4EFE-624B-D1BB-4C54-115E32CA590C}"/>
              </a:ext>
            </a:extLst>
          </p:cNvPr>
          <p:cNvCxnSpPr>
            <a:cxnSpLocks/>
            <a:stCxn id="72" idx="6"/>
            <a:endCxn id="91" idx="2"/>
          </p:cNvCxnSpPr>
          <p:nvPr/>
        </p:nvCxnSpPr>
        <p:spPr>
          <a:xfrm flipV="1">
            <a:off x="12393036" y="3092182"/>
            <a:ext cx="683819" cy="45068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5363164-BA55-D164-533F-7D7EA4DBFC4C}"/>
              </a:ext>
            </a:extLst>
          </p:cNvPr>
          <p:cNvCxnSpPr>
            <a:cxnSpLocks/>
            <a:stCxn id="86" idx="6"/>
            <a:endCxn id="91" idx="2"/>
          </p:cNvCxnSpPr>
          <p:nvPr/>
        </p:nvCxnSpPr>
        <p:spPr>
          <a:xfrm>
            <a:off x="12393036" y="1948935"/>
            <a:ext cx="683819" cy="1143247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E42166BA-9292-818C-3334-F8C89DEF6385}"/>
              </a:ext>
            </a:extLst>
          </p:cNvPr>
          <p:cNvCxnSpPr/>
          <p:nvPr/>
        </p:nvCxnSpPr>
        <p:spPr>
          <a:xfrm flipV="1">
            <a:off x="14194126" y="2323012"/>
            <a:ext cx="0" cy="1281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2A4915F2-850F-8870-FE6E-32BFEFCA84EB}"/>
              </a:ext>
            </a:extLst>
          </p:cNvPr>
          <p:cNvCxnSpPr>
            <a:cxnSpLocks/>
          </p:cNvCxnSpPr>
          <p:nvPr/>
        </p:nvCxnSpPr>
        <p:spPr>
          <a:xfrm>
            <a:off x="14194126" y="3604804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65E5ACFF-B640-79E7-0722-B5DCD972370D}"/>
              </a:ext>
            </a:extLst>
          </p:cNvPr>
          <p:cNvCxnSpPr>
            <a:cxnSpLocks/>
          </p:cNvCxnSpPr>
          <p:nvPr/>
        </p:nvCxnSpPr>
        <p:spPr>
          <a:xfrm flipH="1">
            <a:off x="13579579" y="3609509"/>
            <a:ext cx="609600" cy="9136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AutoShape 2" descr="{\displaystyle \mathbb {R} ^{n}}">
            <a:extLst>
              <a:ext uri="{FF2B5EF4-FFF2-40B4-BE49-F238E27FC236}">
                <a16:creationId xmlns:a16="http://schemas.microsoft.com/office/drawing/2014/main" id="{921C6B9C-6763-3B9C-8669-E314070D05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647362" y="43568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0" name="Picture 149">
            <a:extLst>
              <a:ext uri="{FF2B5EF4-FFF2-40B4-BE49-F238E27FC236}">
                <a16:creationId xmlns:a16="http://schemas.microsoft.com/office/drawing/2014/main" id="{D1A8439C-DE54-F10E-F43D-CE7269C8B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054" y="1928730"/>
            <a:ext cx="510308" cy="40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66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BE87F-6C87-5CD6-BF5F-8C07491E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DD50B46C-7F31-00C9-D928-C76ACD08269F}"/>
              </a:ext>
            </a:extLst>
          </p:cNvPr>
          <p:cNvSpPr/>
          <p:nvPr/>
        </p:nvSpPr>
        <p:spPr>
          <a:xfrm>
            <a:off x="5477650" y="262668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27D8C8-4BA0-52BF-EA26-09612631717B}"/>
              </a:ext>
            </a:extLst>
          </p:cNvPr>
          <p:cNvSpPr/>
          <p:nvPr/>
        </p:nvSpPr>
        <p:spPr>
          <a:xfrm>
            <a:off x="5477650" y="317467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D24A25-47E5-8977-ED7E-A55150F53704}"/>
              </a:ext>
            </a:extLst>
          </p:cNvPr>
          <p:cNvSpPr/>
          <p:nvPr/>
        </p:nvSpPr>
        <p:spPr>
          <a:xfrm>
            <a:off x="5477650" y="3722662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D3A2F0-73F6-B447-BB84-E987794A3032}"/>
              </a:ext>
            </a:extLst>
          </p:cNvPr>
          <p:cNvSpPr/>
          <p:nvPr/>
        </p:nvSpPr>
        <p:spPr>
          <a:xfrm>
            <a:off x="6209955" y="293265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5DD16C8-B2E7-E9A6-0084-1B4B468DA204}"/>
              </a:ext>
            </a:extLst>
          </p:cNvPr>
          <p:cNvSpPr/>
          <p:nvPr/>
        </p:nvSpPr>
        <p:spPr>
          <a:xfrm>
            <a:off x="6209955" y="348058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D4FEDA-BBCD-B2D2-A5B6-6B2B999AD754}"/>
              </a:ext>
            </a:extLst>
          </p:cNvPr>
          <p:cNvSpPr/>
          <p:nvPr/>
        </p:nvSpPr>
        <p:spPr>
          <a:xfrm>
            <a:off x="6209955" y="4028517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E5BAA3-59A2-87AC-11D5-4DFA5BB301F3}"/>
              </a:ext>
            </a:extLst>
          </p:cNvPr>
          <p:cNvCxnSpPr>
            <a:stCxn id="3" idx="6"/>
            <a:endCxn id="12" idx="2"/>
          </p:cNvCxnSpPr>
          <p:nvPr/>
        </p:nvCxnSpPr>
        <p:spPr>
          <a:xfrm>
            <a:off x="5754740" y="2765231"/>
            <a:ext cx="455214" cy="30597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D37893-6182-210C-DC90-E73D4910CDAF}"/>
              </a:ext>
            </a:extLst>
          </p:cNvPr>
          <p:cNvCxnSpPr>
            <a:cxnSpLocks/>
            <a:stCxn id="3" idx="6"/>
            <a:endCxn id="13" idx="2"/>
          </p:cNvCxnSpPr>
          <p:nvPr/>
        </p:nvCxnSpPr>
        <p:spPr>
          <a:xfrm>
            <a:off x="5754740" y="2765231"/>
            <a:ext cx="455214" cy="8539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DCCC436-02E0-8EAE-3E14-D6B502AAADD7}"/>
              </a:ext>
            </a:extLst>
          </p:cNvPr>
          <p:cNvCxnSpPr>
            <a:cxnSpLocks/>
            <a:stCxn id="3" idx="6"/>
            <a:endCxn id="14" idx="2"/>
          </p:cNvCxnSpPr>
          <p:nvPr/>
        </p:nvCxnSpPr>
        <p:spPr>
          <a:xfrm>
            <a:off x="5754740" y="2765232"/>
            <a:ext cx="455214" cy="140183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CA12CD-1540-A689-A18B-F9B89DE3F854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 flipV="1">
            <a:off x="5754740" y="3071201"/>
            <a:ext cx="455214" cy="24201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70B7F6A-C001-DB7D-9D0E-6A3C9954D078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>
            <a:off x="5754740" y="3313219"/>
            <a:ext cx="455214" cy="3059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233CB7-6F44-7C76-CB05-8F5EAAF87CBB}"/>
              </a:ext>
            </a:extLst>
          </p:cNvPr>
          <p:cNvCxnSpPr>
            <a:cxnSpLocks/>
            <a:stCxn id="8" idx="6"/>
            <a:endCxn id="14" idx="2"/>
          </p:cNvCxnSpPr>
          <p:nvPr/>
        </p:nvCxnSpPr>
        <p:spPr>
          <a:xfrm>
            <a:off x="5754740" y="3861208"/>
            <a:ext cx="455214" cy="3058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E83E3D-6F69-C46D-C7DA-61C36D572671}"/>
              </a:ext>
            </a:extLst>
          </p:cNvPr>
          <p:cNvCxnSpPr>
            <a:cxnSpLocks/>
            <a:stCxn id="6" idx="6"/>
            <a:endCxn id="14" idx="2"/>
          </p:cNvCxnSpPr>
          <p:nvPr/>
        </p:nvCxnSpPr>
        <p:spPr>
          <a:xfrm>
            <a:off x="5754740" y="3313220"/>
            <a:ext cx="455214" cy="8538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26F9BD-B27E-1BE3-98DE-3E2A71D5184F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5754740" y="3071201"/>
            <a:ext cx="455214" cy="7900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F1152A1-150B-A3D7-A0DD-9A1F823ED72C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 flipV="1">
            <a:off x="5754740" y="3619131"/>
            <a:ext cx="455214" cy="2420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094B9707-627D-0DC0-8C9E-2141EBB044E8}"/>
              </a:ext>
            </a:extLst>
          </p:cNvPr>
          <p:cNvSpPr/>
          <p:nvPr/>
        </p:nvSpPr>
        <p:spPr>
          <a:xfrm>
            <a:off x="6209956" y="238472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A2A9A4A-D036-8D2C-A785-231E8990638C}"/>
              </a:ext>
            </a:extLst>
          </p:cNvPr>
          <p:cNvCxnSpPr>
            <a:cxnSpLocks/>
            <a:stCxn id="3" idx="6"/>
            <a:endCxn id="37" idx="2"/>
          </p:cNvCxnSpPr>
          <p:nvPr/>
        </p:nvCxnSpPr>
        <p:spPr>
          <a:xfrm flipV="1">
            <a:off x="5754741" y="2523271"/>
            <a:ext cx="455215" cy="2419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57FF035-2EEF-21ED-EEE0-8CD429AF745D}"/>
              </a:ext>
            </a:extLst>
          </p:cNvPr>
          <p:cNvCxnSpPr>
            <a:cxnSpLocks/>
            <a:stCxn id="6" idx="6"/>
            <a:endCxn id="37" idx="2"/>
          </p:cNvCxnSpPr>
          <p:nvPr/>
        </p:nvCxnSpPr>
        <p:spPr>
          <a:xfrm flipV="1">
            <a:off x="5754741" y="2523271"/>
            <a:ext cx="455215" cy="78994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D7E154F-2F4E-568A-250C-E34A4EE84862}"/>
              </a:ext>
            </a:extLst>
          </p:cNvPr>
          <p:cNvCxnSpPr>
            <a:cxnSpLocks/>
            <a:stCxn id="8" idx="6"/>
            <a:endCxn id="37" idx="2"/>
          </p:cNvCxnSpPr>
          <p:nvPr/>
        </p:nvCxnSpPr>
        <p:spPr>
          <a:xfrm flipV="1">
            <a:off x="5754741" y="2523271"/>
            <a:ext cx="455215" cy="13379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C4EEADC-7A6B-6334-9C84-DBF1FF879888}"/>
              </a:ext>
            </a:extLst>
          </p:cNvPr>
          <p:cNvSpPr/>
          <p:nvPr/>
        </p:nvSpPr>
        <p:spPr>
          <a:xfrm>
            <a:off x="6942263" y="262668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E967085-EB91-B7EB-5913-7CD881EB5FB7}"/>
              </a:ext>
            </a:extLst>
          </p:cNvPr>
          <p:cNvSpPr/>
          <p:nvPr/>
        </p:nvSpPr>
        <p:spPr>
          <a:xfrm>
            <a:off x="6942263" y="317467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F5204E8-6FAA-E57F-A620-45594A171E76}"/>
              </a:ext>
            </a:extLst>
          </p:cNvPr>
          <p:cNvSpPr/>
          <p:nvPr/>
        </p:nvSpPr>
        <p:spPr>
          <a:xfrm>
            <a:off x="6942263" y="3722662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A4590CC-7299-0848-CE26-FD7E6CF58C60}"/>
              </a:ext>
            </a:extLst>
          </p:cNvPr>
          <p:cNvCxnSpPr>
            <a:cxnSpLocks/>
            <a:stCxn id="37" idx="6"/>
            <a:endCxn id="45" idx="2"/>
          </p:cNvCxnSpPr>
          <p:nvPr/>
        </p:nvCxnSpPr>
        <p:spPr>
          <a:xfrm>
            <a:off x="6487046" y="2523271"/>
            <a:ext cx="455216" cy="2419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9A0D16D-CF76-9BDC-BEA5-9F4501DC9936}"/>
              </a:ext>
            </a:extLst>
          </p:cNvPr>
          <p:cNvCxnSpPr>
            <a:cxnSpLocks/>
            <a:stCxn id="12" idx="6"/>
            <a:endCxn id="45" idx="2"/>
          </p:cNvCxnSpPr>
          <p:nvPr/>
        </p:nvCxnSpPr>
        <p:spPr>
          <a:xfrm flipV="1">
            <a:off x="6487046" y="2765231"/>
            <a:ext cx="455217" cy="30597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A3D07EF-3BA7-8F4D-C166-19180DA850B0}"/>
              </a:ext>
            </a:extLst>
          </p:cNvPr>
          <p:cNvCxnSpPr>
            <a:cxnSpLocks/>
            <a:stCxn id="13" idx="6"/>
            <a:endCxn id="45" idx="2"/>
          </p:cNvCxnSpPr>
          <p:nvPr/>
        </p:nvCxnSpPr>
        <p:spPr>
          <a:xfrm flipV="1">
            <a:off x="6487046" y="2765231"/>
            <a:ext cx="455217" cy="8539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B16D076-E728-4D7C-674C-C78E665BDEBA}"/>
              </a:ext>
            </a:extLst>
          </p:cNvPr>
          <p:cNvCxnSpPr>
            <a:cxnSpLocks/>
            <a:stCxn id="14" idx="6"/>
            <a:endCxn id="45" idx="2"/>
          </p:cNvCxnSpPr>
          <p:nvPr/>
        </p:nvCxnSpPr>
        <p:spPr>
          <a:xfrm flipV="1">
            <a:off x="6487046" y="2765232"/>
            <a:ext cx="455217" cy="140183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6CC9D42-3AF8-EFAA-4AC7-6E2ECEC6652C}"/>
              </a:ext>
            </a:extLst>
          </p:cNvPr>
          <p:cNvCxnSpPr>
            <a:cxnSpLocks/>
            <a:stCxn id="14" idx="6"/>
            <a:endCxn id="46" idx="2"/>
          </p:cNvCxnSpPr>
          <p:nvPr/>
        </p:nvCxnSpPr>
        <p:spPr>
          <a:xfrm flipV="1">
            <a:off x="6487046" y="3313220"/>
            <a:ext cx="455217" cy="8538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6EEC0E2-D5D1-4167-4079-E2B511B14FA2}"/>
              </a:ext>
            </a:extLst>
          </p:cNvPr>
          <p:cNvCxnSpPr>
            <a:cxnSpLocks/>
            <a:stCxn id="13" idx="6"/>
            <a:endCxn id="48" idx="2"/>
          </p:cNvCxnSpPr>
          <p:nvPr/>
        </p:nvCxnSpPr>
        <p:spPr>
          <a:xfrm>
            <a:off x="6487046" y="3619131"/>
            <a:ext cx="455217" cy="2420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3B5A567-C458-6A1B-ADA5-223430B0276D}"/>
              </a:ext>
            </a:extLst>
          </p:cNvPr>
          <p:cNvCxnSpPr>
            <a:cxnSpLocks/>
            <a:stCxn id="37" idx="6"/>
            <a:endCxn id="48" idx="2"/>
          </p:cNvCxnSpPr>
          <p:nvPr/>
        </p:nvCxnSpPr>
        <p:spPr>
          <a:xfrm>
            <a:off x="6487046" y="2523271"/>
            <a:ext cx="455216" cy="13379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1BE6E9E-A417-44B4-2DAE-670FD682B7D1}"/>
              </a:ext>
            </a:extLst>
          </p:cNvPr>
          <p:cNvCxnSpPr>
            <a:cxnSpLocks/>
            <a:stCxn id="12" idx="6"/>
            <a:endCxn id="48" idx="2"/>
          </p:cNvCxnSpPr>
          <p:nvPr/>
        </p:nvCxnSpPr>
        <p:spPr>
          <a:xfrm>
            <a:off x="6487046" y="3071201"/>
            <a:ext cx="455217" cy="7900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C9E904B-30CC-E542-D6B2-33670B6F96AB}"/>
              </a:ext>
            </a:extLst>
          </p:cNvPr>
          <p:cNvCxnSpPr>
            <a:cxnSpLocks/>
            <a:stCxn id="14" idx="6"/>
            <a:endCxn id="48" idx="2"/>
          </p:cNvCxnSpPr>
          <p:nvPr/>
        </p:nvCxnSpPr>
        <p:spPr>
          <a:xfrm flipV="1">
            <a:off x="6487046" y="3861208"/>
            <a:ext cx="455217" cy="3058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996316B-8721-9E54-A602-479520FE17D5}"/>
              </a:ext>
            </a:extLst>
          </p:cNvPr>
          <p:cNvCxnSpPr>
            <a:cxnSpLocks/>
            <a:stCxn id="12" idx="6"/>
            <a:endCxn id="46" idx="2"/>
          </p:cNvCxnSpPr>
          <p:nvPr/>
        </p:nvCxnSpPr>
        <p:spPr>
          <a:xfrm>
            <a:off x="6487046" y="3071201"/>
            <a:ext cx="455217" cy="24201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D360E74-84CC-8D62-85F9-B192C5C39CF5}"/>
              </a:ext>
            </a:extLst>
          </p:cNvPr>
          <p:cNvCxnSpPr>
            <a:cxnSpLocks/>
            <a:stCxn id="13" idx="6"/>
            <a:endCxn id="46" idx="2"/>
          </p:cNvCxnSpPr>
          <p:nvPr/>
        </p:nvCxnSpPr>
        <p:spPr>
          <a:xfrm flipV="1">
            <a:off x="6487046" y="3313219"/>
            <a:ext cx="455217" cy="3059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65DAEC1-9F24-204A-FED3-1632CCCCC8F1}"/>
              </a:ext>
            </a:extLst>
          </p:cNvPr>
          <p:cNvCxnSpPr>
            <a:cxnSpLocks/>
            <a:stCxn id="37" idx="6"/>
            <a:endCxn id="46" idx="2"/>
          </p:cNvCxnSpPr>
          <p:nvPr/>
        </p:nvCxnSpPr>
        <p:spPr>
          <a:xfrm>
            <a:off x="6487046" y="2523271"/>
            <a:ext cx="455216" cy="78994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EB777CEA-539D-30FC-B430-68D372CA3B1E}"/>
              </a:ext>
            </a:extLst>
          </p:cNvPr>
          <p:cNvCxnSpPr>
            <a:cxnSpLocks/>
          </p:cNvCxnSpPr>
          <p:nvPr/>
        </p:nvCxnSpPr>
        <p:spPr>
          <a:xfrm flipV="1">
            <a:off x="14355438" y="2066941"/>
            <a:ext cx="0" cy="1281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1B84CDC4-0A9B-C909-8C05-04B3F3E195B8}"/>
              </a:ext>
            </a:extLst>
          </p:cNvPr>
          <p:cNvCxnSpPr>
            <a:cxnSpLocks/>
          </p:cNvCxnSpPr>
          <p:nvPr/>
        </p:nvCxnSpPr>
        <p:spPr>
          <a:xfrm>
            <a:off x="14355438" y="3348733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ABF9017-A4DA-DBFA-B58A-9443D216A5FA}"/>
              </a:ext>
            </a:extLst>
          </p:cNvPr>
          <p:cNvCxnSpPr>
            <a:cxnSpLocks/>
          </p:cNvCxnSpPr>
          <p:nvPr/>
        </p:nvCxnSpPr>
        <p:spPr>
          <a:xfrm flipH="1">
            <a:off x="13740891" y="3353438"/>
            <a:ext cx="609600" cy="9136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59C86061-1893-51EE-7216-5AD32682F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6730" y="1688670"/>
            <a:ext cx="510308" cy="402358"/>
          </a:xfrm>
          <a:prstGeom prst="rect">
            <a:avLst/>
          </a:prstGeom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4266394-534E-DBF9-DB08-4C8EDA6CF89A}"/>
              </a:ext>
            </a:extLst>
          </p:cNvPr>
          <p:cNvCxnSpPr/>
          <p:nvPr/>
        </p:nvCxnSpPr>
        <p:spPr>
          <a:xfrm flipV="1">
            <a:off x="14350491" y="2469629"/>
            <a:ext cx="987634" cy="87910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3899DBB-A7B4-6A50-A487-DE98A004960F}"/>
              </a:ext>
            </a:extLst>
          </p:cNvPr>
          <p:cNvCxnSpPr>
            <a:cxnSpLocks/>
          </p:cNvCxnSpPr>
          <p:nvPr/>
        </p:nvCxnSpPr>
        <p:spPr>
          <a:xfrm>
            <a:off x="14350492" y="3353437"/>
            <a:ext cx="690747" cy="7101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Picture 112">
            <a:extLst>
              <a:ext uri="{FF2B5EF4-FFF2-40B4-BE49-F238E27FC236}">
                <a16:creationId xmlns:a16="http://schemas.microsoft.com/office/drawing/2014/main" id="{F6C7EF1F-7EC9-7522-C9F3-C9C06A40A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487" y="2437112"/>
            <a:ext cx="3784600" cy="1054100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8135D8EC-B5F1-499C-CF50-9EA4F0E47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234" y="1818106"/>
            <a:ext cx="330200" cy="381000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951EDFA2-6706-A96B-0DC3-9D7093350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099" y="4865828"/>
            <a:ext cx="304800" cy="381000"/>
          </a:xfrm>
          <a:prstGeom prst="rect">
            <a:avLst/>
          </a:prstGeom>
        </p:spPr>
      </p:pic>
      <p:sp>
        <p:nvSpPr>
          <p:cNvPr id="132" name="Oval 131">
            <a:extLst>
              <a:ext uri="{FF2B5EF4-FFF2-40B4-BE49-F238E27FC236}">
                <a16:creationId xmlns:a16="http://schemas.microsoft.com/office/drawing/2014/main" id="{D7C838A7-912B-9838-FA0B-CDB3A74927DB}"/>
              </a:ext>
            </a:extLst>
          </p:cNvPr>
          <p:cNvSpPr/>
          <p:nvPr/>
        </p:nvSpPr>
        <p:spPr>
          <a:xfrm>
            <a:off x="5477650" y="567440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C2028619-57B9-8226-959C-E91F8CBD4F02}"/>
              </a:ext>
            </a:extLst>
          </p:cNvPr>
          <p:cNvSpPr/>
          <p:nvPr/>
        </p:nvSpPr>
        <p:spPr>
          <a:xfrm>
            <a:off x="5477650" y="622239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9FBD73B-28B4-3B09-A1EC-972FA7BEA0DE}"/>
              </a:ext>
            </a:extLst>
          </p:cNvPr>
          <p:cNvSpPr/>
          <p:nvPr/>
        </p:nvSpPr>
        <p:spPr>
          <a:xfrm>
            <a:off x="5477650" y="677038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DB29412C-64DE-74CB-F068-68E6E8C4C0D0}"/>
              </a:ext>
            </a:extLst>
          </p:cNvPr>
          <p:cNvSpPr/>
          <p:nvPr/>
        </p:nvSpPr>
        <p:spPr>
          <a:xfrm>
            <a:off x="6209955" y="598037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EFDDC62B-855E-2E2F-8785-3533F0146AF6}"/>
              </a:ext>
            </a:extLst>
          </p:cNvPr>
          <p:cNvSpPr/>
          <p:nvPr/>
        </p:nvSpPr>
        <p:spPr>
          <a:xfrm>
            <a:off x="6209955" y="652830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CADC0581-B75D-C731-B830-B571BC1B0C20}"/>
              </a:ext>
            </a:extLst>
          </p:cNvPr>
          <p:cNvSpPr/>
          <p:nvPr/>
        </p:nvSpPr>
        <p:spPr>
          <a:xfrm>
            <a:off x="6209955" y="707623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045E9976-C7FC-0E43-C599-243AF15E85BA}"/>
              </a:ext>
            </a:extLst>
          </p:cNvPr>
          <p:cNvCxnSpPr>
            <a:stCxn id="132" idx="6"/>
            <a:endCxn id="135" idx="2"/>
          </p:cNvCxnSpPr>
          <p:nvPr/>
        </p:nvCxnSpPr>
        <p:spPr>
          <a:xfrm>
            <a:off x="5754740" y="5812953"/>
            <a:ext cx="455214" cy="30597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71651B2-5C3E-500D-23F2-4F11E676A3DC}"/>
              </a:ext>
            </a:extLst>
          </p:cNvPr>
          <p:cNvCxnSpPr>
            <a:cxnSpLocks/>
            <a:stCxn id="132" idx="6"/>
            <a:endCxn id="136" idx="2"/>
          </p:cNvCxnSpPr>
          <p:nvPr/>
        </p:nvCxnSpPr>
        <p:spPr>
          <a:xfrm>
            <a:off x="5754740" y="5812953"/>
            <a:ext cx="455214" cy="8539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6B1D31B7-40C2-C0FD-8845-19B3AA295E50}"/>
              </a:ext>
            </a:extLst>
          </p:cNvPr>
          <p:cNvCxnSpPr>
            <a:cxnSpLocks/>
            <a:stCxn id="132" idx="6"/>
            <a:endCxn id="137" idx="2"/>
          </p:cNvCxnSpPr>
          <p:nvPr/>
        </p:nvCxnSpPr>
        <p:spPr>
          <a:xfrm>
            <a:off x="5754740" y="5812954"/>
            <a:ext cx="455214" cy="140183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60D92A3-5336-50D4-A986-90151A2ED367}"/>
              </a:ext>
            </a:extLst>
          </p:cNvPr>
          <p:cNvCxnSpPr>
            <a:cxnSpLocks/>
            <a:stCxn id="133" idx="6"/>
            <a:endCxn id="135" idx="2"/>
          </p:cNvCxnSpPr>
          <p:nvPr/>
        </p:nvCxnSpPr>
        <p:spPr>
          <a:xfrm flipV="1">
            <a:off x="5754740" y="6118923"/>
            <a:ext cx="455214" cy="24201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78ADC4CE-DFE4-F831-BA2B-22BEC906A0AA}"/>
              </a:ext>
            </a:extLst>
          </p:cNvPr>
          <p:cNvCxnSpPr>
            <a:cxnSpLocks/>
            <a:stCxn id="133" idx="6"/>
            <a:endCxn id="136" idx="2"/>
          </p:cNvCxnSpPr>
          <p:nvPr/>
        </p:nvCxnSpPr>
        <p:spPr>
          <a:xfrm>
            <a:off x="5754740" y="6360941"/>
            <a:ext cx="455214" cy="3059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DA1670DE-9F72-93A1-E85C-BB73DFFC43A6}"/>
              </a:ext>
            </a:extLst>
          </p:cNvPr>
          <p:cNvCxnSpPr>
            <a:cxnSpLocks/>
            <a:stCxn id="134" idx="6"/>
            <a:endCxn id="137" idx="2"/>
          </p:cNvCxnSpPr>
          <p:nvPr/>
        </p:nvCxnSpPr>
        <p:spPr>
          <a:xfrm>
            <a:off x="5754740" y="6908930"/>
            <a:ext cx="455214" cy="3058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26A0009B-0096-6FD1-687A-CD1E9C034CE0}"/>
              </a:ext>
            </a:extLst>
          </p:cNvPr>
          <p:cNvCxnSpPr>
            <a:cxnSpLocks/>
            <a:stCxn id="133" idx="6"/>
            <a:endCxn id="137" idx="2"/>
          </p:cNvCxnSpPr>
          <p:nvPr/>
        </p:nvCxnSpPr>
        <p:spPr>
          <a:xfrm>
            <a:off x="5754740" y="6360942"/>
            <a:ext cx="455214" cy="8538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3389CCDF-5FED-E640-DB43-613E16DE39B5}"/>
              </a:ext>
            </a:extLst>
          </p:cNvPr>
          <p:cNvCxnSpPr>
            <a:cxnSpLocks/>
            <a:stCxn id="134" idx="6"/>
            <a:endCxn id="135" idx="2"/>
          </p:cNvCxnSpPr>
          <p:nvPr/>
        </p:nvCxnSpPr>
        <p:spPr>
          <a:xfrm flipV="1">
            <a:off x="5754740" y="6118923"/>
            <a:ext cx="455214" cy="7900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A2FE75B8-BED0-4745-E0F5-FF1D5E00E261}"/>
              </a:ext>
            </a:extLst>
          </p:cNvPr>
          <p:cNvCxnSpPr>
            <a:cxnSpLocks/>
            <a:stCxn id="134" idx="6"/>
            <a:endCxn id="136" idx="2"/>
          </p:cNvCxnSpPr>
          <p:nvPr/>
        </p:nvCxnSpPr>
        <p:spPr>
          <a:xfrm flipV="1">
            <a:off x="5754740" y="6666853"/>
            <a:ext cx="455214" cy="2420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Oval 151">
            <a:extLst>
              <a:ext uri="{FF2B5EF4-FFF2-40B4-BE49-F238E27FC236}">
                <a16:creationId xmlns:a16="http://schemas.microsoft.com/office/drawing/2014/main" id="{11964970-2ACB-DD2F-B09D-23AD1639D32E}"/>
              </a:ext>
            </a:extLst>
          </p:cNvPr>
          <p:cNvSpPr/>
          <p:nvPr/>
        </p:nvSpPr>
        <p:spPr>
          <a:xfrm>
            <a:off x="6209956" y="543244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B9775A68-48F4-0026-6782-5B794758357A}"/>
              </a:ext>
            </a:extLst>
          </p:cNvPr>
          <p:cNvCxnSpPr>
            <a:cxnSpLocks/>
            <a:stCxn id="132" idx="6"/>
            <a:endCxn id="152" idx="2"/>
          </p:cNvCxnSpPr>
          <p:nvPr/>
        </p:nvCxnSpPr>
        <p:spPr>
          <a:xfrm flipV="1">
            <a:off x="5754741" y="5570993"/>
            <a:ext cx="455215" cy="2419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7321E419-B730-55FA-CB6F-59CE688A6E6C}"/>
              </a:ext>
            </a:extLst>
          </p:cNvPr>
          <p:cNvCxnSpPr>
            <a:cxnSpLocks/>
            <a:stCxn id="133" idx="6"/>
            <a:endCxn id="152" idx="2"/>
          </p:cNvCxnSpPr>
          <p:nvPr/>
        </p:nvCxnSpPr>
        <p:spPr>
          <a:xfrm flipV="1">
            <a:off x="5754741" y="5570993"/>
            <a:ext cx="455215" cy="78994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6D1648E6-C7FA-095D-E4C0-CC322A9CDF1F}"/>
              </a:ext>
            </a:extLst>
          </p:cNvPr>
          <p:cNvCxnSpPr>
            <a:cxnSpLocks/>
            <a:stCxn id="134" idx="6"/>
            <a:endCxn id="152" idx="2"/>
          </p:cNvCxnSpPr>
          <p:nvPr/>
        </p:nvCxnSpPr>
        <p:spPr>
          <a:xfrm flipV="1">
            <a:off x="5754741" y="5570993"/>
            <a:ext cx="455215" cy="13379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7D4CE230-4D26-BE80-D8E8-F2505BB6EFA3}"/>
              </a:ext>
            </a:extLst>
          </p:cNvPr>
          <p:cNvSpPr/>
          <p:nvPr/>
        </p:nvSpPr>
        <p:spPr>
          <a:xfrm>
            <a:off x="6942263" y="567440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C295D73F-FBC2-AE8B-8D1F-15E88CD5DD1A}"/>
              </a:ext>
            </a:extLst>
          </p:cNvPr>
          <p:cNvSpPr/>
          <p:nvPr/>
        </p:nvSpPr>
        <p:spPr>
          <a:xfrm>
            <a:off x="6942263" y="6222396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12517048-F78B-49B8-B962-C605FFA72BEF}"/>
              </a:ext>
            </a:extLst>
          </p:cNvPr>
          <p:cNvSpPr/>
          <p:nvPr/>
        </p:nvSpPr>
        <p:spPr>
          <a:xfrm>
            <a:off x="6942263" y="6770384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4AA4AC9D-9C1E-C650-4D76-8C7E4376B9BF}"/>
              </a:ext>
            </a:extLst>
          </p:cNvPr>
          <p:cNvCxnSpPr>
            <a:cxnSpLocks/>
            <a:stCxn id="152" idx="6"/>
            <a:endCxn id="156" idx="2"/>
          </p:cNvCxnSpPr>
          <p:nvPr/>
        </p:nvCxnSpPr>
        <p:spPr>
          <a:xfrm>
            <a:off x="6487046" y="5570993"/>
            <a:ext cx="455216" cy="24196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9AAFC6A4-FEAE-ED99-B6E5-93047218A21F}"/>
              </a:ext>
            </a:extLst>
          </p:cNvPr>
          <p:cNvCxnSpPr>
            <a:cxnSpLocks/>
            <a:stCxn id="135" idx="6"/>
            <a:endCxn id="156" idx="2"/>
          </p:cNvCxnSpPr>
          <p:nvPr/>
        </p:nvCxnSpPr>
        <p:spPr>
          <a:xfrm flipV="1">
            <a:off x="6487046" y="5812953"/>
            <a:ext cx="455217" cy="30597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E2B96AA1-9B60-527B-A409-03CD09FD4C19}"/>
              </a:ext>
            </a:extLst>
          </p:cNvPr>
          <p:cNvCxnSpPr>
            <a:cxnSpLocks/>
            <a:stCxn id="136" idx="6"/>
            <a:endCxn id="156" idx="2"/>
          </p:cNvCxnSpPr>
          <p:nvPr/>
        </p:nvCxnSpPr>
        <p:spPr>
          <a:xfrm flipV="1">
            <a:off x="6487046" y="5812953"/>
            <a:ext cx="455217" cy="85390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0F4CE56C-60D3-52D0-4694-B2B0D85B5802}"/>
              </a:ext>
            </a:extLst>
          </p:cNvPr>
          <p:cNvCxnSpPr>
            <a:cxnSpLocks/>
            <a:stCxn id="137" idx="6"/>
            <a:endCxn id="156" idx="2"/>
          </p:cNvCxnSpPr>
          <p:nvPr/>
        </p:nvCxnSpPr>
        <p:spPr>
          <a:xfrm flipV="1">
            <a:off x="6487046" y="5812954"/>
            <a:ext cx="455217" cy="1401831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02CA3533-AB42-BB9A-18ED-7A62EA62D32A}"/>
              </a:ext>
            </a:extLst>
          </p:cNvPr>
          <p:cNvCxnSpPr>
            <a:cxnSpLocks/>
            <a:stCxn id="137" idx="6"/>
            <a:endCxn id="157" idx="2"/>
          </p:cNvCxnSpPr>
          <p:nvPr/>
        </p:nvCxnSpPr>
        <p:spPr>
          <a:xfrm flipV="1">
            <a:off x="6487046" y="6360942"/>
            <a:ext cx="455217" cy="853843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E57D0B97-86C1-A204-154E-A191DE48855C}"/>
              </a:ext>
            </a:extLst>
          </p:cNvPr>
          <p:cNvCxnSpPr>
            <a:cxnSpLocks/>
            <a:stCxn id="136" idx="6"/>
            <a:endCxn id="158" idx="2"/>
          </p:cNvCxnSpPr>
          <p:nvPr/>
        </p:nvCxnSpPr>
        <p:spPr>
          <a:xfrm>
            <a:off x="6487046" y="6666853"/>
            <a:ext cx="455217" cy="24207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1B22E81E-E5C6-4503-8AED-0C9DC0A8F3D7}"/>
              </a:ext>
            </a:extLst>
          </p:cNvPr>
          <p:cNvCxnSpPr>
            <a:cxnSpLocks/>
            <a:stCxn id="152" idx="6"/>
            <a:endCxn id="158" idx="2"/>
          </p:cNvCxnSpPr>
          <p:nvPr/>
        </p:nvCxnSpPr>
        <p:spPr>
          <a:xfrm>
            <a:off x="6487046" y="5570993"/>
            <a:ext cx="455216" cy="133793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3D6B881-F4DA-88E8-89C1-5B514E8CA778}"/>
              </a:ext>
            </a:extLst>
          </p:cNvPr>
          <p:cNvCxnSpPr>
            <a:cxnSpLocks/>
            <a:stCxn id="135" idx="6"/>
            <a:endCxn id="158" idx="2"/>
          </p:cNvCxnSpPr>
          <p:nvPr/>
        </p:nvCxnSpPr>
        <p:spPr>
          <a:xfrm>
            <a:off x="6487046" y="6118923"/>
            <a:ext cx="455217" cy="790006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4E3AC8FB-A164-EF46-84B5-B10EE63D4C00}"/>
              </a:ext>
            </a:extLst>
          </p:cNvPr>
          <p:cNvCxnSpPr>
            <a:cxnSpLocks/>
            <a:stCxn id="137" idx="6"/>
            <a:endCxn id="158" idx="2"/>
          </p:cNvCxnSpPr>
          <p:nvPr/>
        </p:nvCxnSpPr>
        <p:spPr>
          <a:xfrm flipV="1">
            <a:off x="6487046" y="6908930"/>
            <a:ext cx="455217" cy="305855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B5B5EE7C-E5E0-CEA1-8E85-196DAE8BE055}"/>
              </a:ext>
            </a:extLst>
          </p:cNvPr>
          <p:cNvCxnSpPr>
            <a:cxnSpLocks/>
            <a:stCxn id="135" idx="6"/>
            <a:endCxn id="157" idx="2"/>
          </p:cNvCxnSpPr>
          <p:nvPr/>
        </p:nvCxnSpPr>
        <p:spPr>
          <a:xfrm>
            <a:off x="6487046" y="6118923"/>
            <a:ext cx="455217" cy="24201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DE0D3908-58FC-E60C-0AC4-57A1FD88C282}"/>
              </a:ext>
            </a:extLst>
          </p:cNvPr>
          <p:cNvCxnSpPr>
            <a:cxnSpLocks/>
            <a:stCxn id="136" idx="6"/>
            <a:endCxn id="157" idx="2"/>
          </p:cNvCxnSpPr>
          <p:nvPr/>
        </p:nvCxnSpPr>
        <p:spPr>
          <a:xfrm flipV="1">
            <a:off x="6487046" y="6360941"/>
            <a:ext cx="455217" cy="305912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CADA9165-188B-905A-9040-5D07B2BFCAFA}"/>
              </a:ext>
            </a:extLst>
          </p:cNvPr>
          <p:cNvCxnSpPr>
            <a:cxnSpLocks/>
            <a:stCxn id="152" idx="6"/>
            <a:endCxn id="157" idx="2"/>
          </p:cNvCxnSpPr>
          <p:nvPr/>
        </p:nvCxnSpPr>
        <p:spPr>
          <a:xfrm>
            <a:off x="6487046" y="5570993"/>
            <a:ext cx="455216" cy="789948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600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21AA7-5547-0126-5E4B-46058C67C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7E41ADF4-2A5E-8534-3579-7CDD9454701E}"/>
              </a:ext>
            </a:extLst>
          </p:cNvPr>
          <p:cNvCxnSpPr>
            <a:cxnSpLocks/>
          </p:cNvCxnSpPr>
          <p:nvPr/>
        </p:nvCxnSpPr>
        <p:spPr>
          <a:xfrm flipV="1">
            <a:off x="11935842" y="1739094"/>
            <a:ext cx="0" cy="1281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6C494E3B-517E-A34C-565D-FE7888F95FC3}"/>
              </a:ext>
            </a:extLst>
          </p:cNvPr>
          <p:cNvCxnSpPr>
            <a:cxnSpLocks/>
          </p:cNvCxnSpPr>
          <p:nvPr/>
        </p:nvCxnSpPr>
        <p:spPr>
          <a:xfrm>
            <a:off x="11935842" y="3020886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BE052EC-23B8-5E0F-C7CD-639AF4489D43}"/>
              </a:ext>
            </a:extLst>
          </p:cNvPr>
          <p:cNvCxnSpPr>
            <a:cxnSpLocks/>
          </p:cNvCxnSpPr>
          <p:nvPr/>
        </p:nvCxnSpPr>
        <p:spPr>
          <a:xfrm flipH="1">
            <a:off x="11321295" y="3025591"/>
            <a:ext cx="609600" cy="9136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AC813B79-2CE7-4847-D6AB-3FE2E3778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7134" y="1360823"/>
            <a:ext cx="510308" cy="402358"/>
          </a:xfrm>
          <a:prstGeom prst="rect">
            <a:avLst/>
          </a:prstGeom>
        </p:spPr>
      </p:pic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4234EF8-7C23-A64F-4883-01C00C9E6C2F}"/>
              </a:ext>
            </a:extLst>
          </p:cNvPr>
          <p:cNvCxnSpPr/>
          <p:nvPr/>
        </p:nvCxnSpPr>
        <p:spPr>
          <a:xfrm flipV="1">
            <a:off x="11930895" y="2141782"/>
            <a:ext cx="987634" cy="87910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7CB8303-E8C0-A466-88A5-683B00F30E16}"/>
              </a:ext>
            </a:extLst>
          </p:cNvPr>
          <p:cNvCxnSpPr>
            <a:cxnSpLocks/>
          </p:cNvCxnSpPr>
          <p:nvPr/>
        </p:nvCxnSpPr>
        <p:spPr>
          <a:xfrm>
            <a:off x="11930896" y="3025591"/>
            <a:ext cx="866239" cy="3979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Picture 112">
            <a:extLst>
              <a:ext uri="{FF2B5EF4-FFF2-40B4-BE49-F238E27FC236}">
                <a16:creationId xmlns:a16="http://schemas.microsoft.com/office/drawing/2014/main" id="{5A721E1D-212A-8E49-6AE1-DE2D2A9FE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468" y="2469628"/>
            <a:ext cx="1979216" cy="5512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4870E6-CA96-5FED-7F72-7BADEE958413}"/>
                  </a:ext>
                </a:extLst>
              </p:cNvPr>
              <p:cNvSpPr txBox="1"/>
              <p:nvPr/>
            </p:nvSpPr>
            <p:spPr>
              <a:xfrm>
                <a:off x="6157671" y="2300740"/>
                <a:ext cx="1321116" cy="1408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dirty="0">
                          <a:latin typeface="Cambria Math" panose="02040503050406030204" pitchFamily="18" charset="0"/>
                        </a:rPr>
                        <m:t>Direct</m:t>
                      </m:r>
                      <m:r>
                        <m:rPr>
                          <m:nor/>
                        </m:rPr>
                        <a:rPr lang="en-GB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</a:rPr>
                        <m:t>Weights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</a:rPr>
                        <m:t>Similarity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4870E6-CA96-5FED-7F72-7BADEE958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671" y="2300740"/>
                <a:ext cx="1321116" cy="14080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c 4">
            <a:extLst>
              <a:ext uri="{FF2B5EF4-FFF2-40B4-BE49-F238E27FC236}">
                <a16:creationId xmlns:a16="http://schemas.microsoft.com/office/drawing/2014/main" id="{47B6BCAE-E979-534B-DE6C-514DB8DCEBF9}"/>
              </a:ext>
            </a:extLst>
          </p:cNvPr>
          <p:cNvSpPr/>
          <p:nvPr/>
        </p:nvSpPr>
        <p:spPr>
          <a:xfrm rot="3205068">
            <a:off x="11674109" y="2524080"/>
            <a:ext cx="722297" cy="722297"/>
          </a:xfrm>
          <a:prstGeom prst="arc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FDEE1C-D1D6-7F13-141E-C4D0BE76EEBD}"/>
              </a:ext>
            </a:extLst>
          </p:cNvPr>
          <p:cNvSpPr txBox="1"/>
          <p:nvPr/>
        </p:nvSpPr>
        <p:spPr>
          <a:xfrm>
            <a:off x="12381495" y="2706029"/>
            <a:ext cx="413319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chemeClr val="accent6">
                    <a:lumMod val="75000"/>
                  </a:schemeClr>
                </a:solidFill>
              </a:rPr>
              <a:t>θ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138DBE-F9A9-F96C-8F7D-852384ABF159}"/>
              </a:ext>
            </a:extLst>
          </p:cNvPr>
          <p:cNvSpPr/>
          <p:nvPr/>
        </p:nvSpPr>
        <p:spPr>
          <a:xfrm>
            <a:off x="6946232" y="5038927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AAD854-91D6-AF15-5FBA-4F64FCC29F26}"/>
              </a:ext>
            </a:extLst>
          </p:cNvPr>
          <p:cNvSpPr/>
          <p:nvPr/>
        </p:nvSpPr>
        <p:spPr>
          <a:xfrm>
            <a:off x="6946232" y="5586915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9CDCBB-A5FF-4AF8-157B-C25833D055DC}"/>
              </a:ext>
            </a:extLst>
          </p:cNvPr>
          <p:cNvSpPr/>
          <p:nvPr/>
        </p:nvSpPr>
        <p:spPr>
          <a:xfrm>
            <a:off x="6946232" y="6134903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1E64F1-3D0A-AC5A-9701-836779826CC8}"/>
              </a:ext>
            </a:extLst>
          </p:cNvPr>
          <p:cNvSpPr/>
          <p:nvPr/>
        </p:nvSpPr>
        <p:spPr>
          <a:xfrm>
            <a:off x="7678537" y="5344897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50A574-DE0C-84B9-D73F-57C681E48B46}"/>
              </a:ext>
            </a:extLst>
          </p:cNvPr>
          <p:cNvSpPr/>
          <p:nvPr/>
        </p:nvSpPr>
        <p:spPr>
          <a:xfrm>
            <a:off x="7678537" y="5892827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AE4C6A-F604-C133-D8EC-D6386A637C3D}"/>
              </a:ext>
            </a:extLst>
          </p:cNvPr>
          <p:cNvSpPr/>
          <p:nvPr/>
        </p:nvSpPr>
        <p:spPr>
          <a:xfrm>
            <a:off x="7678537" y="644075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A56CF2-97E0-2EF6-1D79-92F4EAB79530}"/>
              </a:ext>
            </a:extLst>
          </p:cNvPr>
          <p:cNvCxnSpPr>
            <a:stCxn id="3" idx="6"/>
            <a:endCxn id="7" idx="2"/>
          </p:cNvCxnSpPr>
          <p:nvPr/>
        </p:nvCxnSpPr>
        <p:spPr>
          <a:xfrm>
            <a:off x="7223322" y="5177472"/>
            <a:ext cx="455214" cy="30597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1927AB-0FB7-B0A7-C850-3916E5245228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>
            <a:off x="7223322" y="5177472"/>
            <a:ext cx="455214" cy="8539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7DF448-0AC0-A4E5-9040-360F7B5675CE}"/>
              </a:ext>
            </a:extLst>
          </p:cNvPr>
          <p:cNvCxnSpPr>
            <a:cxnSpLocks/>
            <a:stCxn id="3" idx="6"/>
            <a:endCxn id="10" idx="2"/>
          </p:cNvCxnSpPr>
          <p:nvPr/>
        </p:nvCxnSpPr>
        <p:spPr>
          <a:xfrm>
            <a:off x="7223322" y="5177473"/>
            <a:ext cx="455214" cy="1401831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C743EF-DA93-D56C-AC05-732C48B6D076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 flipV="1">
            <a:off x="7223322" y="5483442"/>
            <a:ext cx="455214" cy="24201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6D31D0-CF56-08F2-58CB-FA4E4174FEA8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7223322" y="5725460"/>
            <a:ext cx="455214" cy="3059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2A40F5C-DBDB-86A3-81D8-B1A770C3E0BF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>
            <a:off x="7223322" y="6273449"/>
            <a:ext cx="455214" cy="30585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123F02A-FDB1-12B5-9EBF-960FD219334C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>
            <a:off x="7223322" y="5725461"/>
            <a:ext cx="455214" cy="8538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C0536B-A456-DE26-C813-39A279DAFB5D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7223322" y="5483442"/>
            <a:ext cx="455214" cy="79000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CBA243-5D49-538F-6EA6-1230E46F380D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 flipV="1">
            <a:off x="7223322" y="6031372"/>
            <a:ext cx="455214" cy="24207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DF2E5F3-4844-476C-9725-C4495139AF4E}"/>
              </a:ext>
            </a:extLst>
          </p:cNvPr>
          <p:cNvSpPr/>
          <p:nvPr/>
        </p:nvSpPr>
        <p:spPr>
          <a:xfrm>
            <a:off x="7678538" y="4796967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B39A9C-C8B2-A54D-673A-82039FF62292}"/>
              </a:ext>
            </a:extLst>
          </p:cNvPr>
          <p:cNvCxnSpPr>
            <a:cxnSpLocks/>
            <a:stCxn id="3" idx="6"/>
            <a:endCxn id="20" idx="2"/>
          </p:cNvCxnSpPr>
          <p:nvPr/>
        </p:nvCxnSpPr>
        <p:spPr>
          <a:xfrm flipV="1">
            <a:off x="7223323" y="4935512"/>
            <a:ext cx="455215" cy="2419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A86D18-C0FE-FB45-FB1E-2AB1B7700D40}"/>
              </a:ext>
            </a:extLst>
          </p:cNvPr>
          <p:cNvCxnSpPr>
            <a:cxnSpLocks/>
            <a:stCxn id="4" idx="6"/>
            <a:endCxn id="20" idx="2"/>
          </p:cNvCxnSpPr>
          <p:nvPr/>
        </p:nvCxnSpPr>
        <p:spPr>
          <a:xfrm flipV="1">
            <a:off x="7223323" y="4935512"/>
            <a:ext cx="455215" cy="78994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B896A86-E681-E575-F28A-6E9F79E7F4B7}"/>
              </a:ext>
            </a:extLst>
          </p:cNvPr>
          <p:cNvCxnSpPr>
            <a:cxnSpLocks/>
            <a:stCxn id="6" idx="6"/>
            <a:endCxn id="20" idx="2"/>
          </p:cNvCxnSpPr>
          <p:nvPr/>
        </p:nvCxnSpPr>
        <p:spPr>
          <a:xfrm flipV="1">
            <a:off x="7223323" y="4935512"/>
            <a:ext cx="455215" cy="133793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D4C9E5D-D2F3-5764-2B3A-3E31F5351364}"/>
              </a:ext>
            </a:extLst>
          </p:cNvPr>
          <p:cNvSpPr/>
          <p:nvPr/>
        </p:nvSpPr>
        <p:spPr>
          <a:xfrm>
            <a:off x="8410845" y="5038927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D1C228A-C068-4938-15CC-A4C130758F62}"/>
              </a:ext>
            </a:extLst>
          </p:cNvPr>
          <p:cNvSpPr/>
          <p:nvPr/>
        </p:nvSpPr>
        <p:spPr>
          <a:xfrm>
            <a:off x="8410845" y="5586915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AC98627-08B3-029B-B246-9A1A54637558}"/>
              </a:ext>
            </a:extLst>
          </p:cNvPr>
          <p:cNvSpPr/>
          <p:nvPr/>
        </p:nvSpPr>
        <p:spPr>
          <a:xfrm>
            <a:off x="8410845" y="6134903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E04EE9-4E53-B1D1-DB71-DCB40A62E5A6}"/>
              </a:ext>
            </a:extLst>
          </p:cNvPr>
          <p:cNvCxnSpPr>
            <a:cxnSpLocks/>
            <a:stCxn id="20" idx="6"/>
            <a:endCxn id="24" idx="2"/>
          </p:cNvCxnSpPr>
          <p:nvPr/>
        </p:nvCxnSpPr>
        <p:spPr>
          <a:xfrm>
            <a:off x="7955628" y="4935512"/>
            <a:ext cx="455216" cy="24196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41B5F18-A9C2-C35D-69E9-9B6D4EEB113B}"/>
              </a:ext>
            </a:extLst>
          </p:cNvPr>
          <p:cNvCxnSpPr>
            <a:cxnSpLocks/>
            <a:stCxn id="7" idx="6"/>
            <a:endCxn id="24" idx="2"/>
          </p:cNvCxnSpPr>
          <p:nvPr/>
        </p:nvCxnSpPr>
        <p:spPr>
          <a:xfrm flipV="1">
            <a:off x="7955628" y="5177472"/>
            <a:ext cx="455217" cy="30597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5E4C084-510A-76DA-881E-09413FD2B1FA}"/>
              </a:ext>
            </a:extLst>
          </p:cNvPr>
          <p:cNvCxnSpPr>
            <a:cxnSpLocks/>
            <a:stCxn id="8" idx="6"/>
            <a:endCxn id="24" idx="2"/>
          </p:cNvCxnSpPr>
          <p:nvPr/>
        </p:nvCxnSpPr>
        <p:spPr>
          <a:xfrm flipV="1">
            <a:off x="7955628" y="5177472"/>
            <a:ext cx="455217" cy="853900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92DF4A-179C-F54A-ED63-34C4625BBACF}"/>
              </a:ext>
            </a:extLst>
          </p:cNvPr>
          <p:cNvCxnSpPr>
            <a:cxnSpLocks/>
            <a:stCxn id="10" idx="6"/>
            <a:endCxn id="24" idx="2"/>
          </p:cNvCxnSpPr>
          <p:nvPr/>
        </p:nvCxnSpPr>
        <p:spPr>
          <a:xfrm flipV="1">
            <a:off x="7955628" y="5177473"/>
            <a:ext cx="455217" cy="1401831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A5F340D-442B-91E2-9799-C31C38A6A7D0}"/>
              </a:ext>
            </a:extLst>
          </p:cNvPr>
          <p:cNvCxnSpPr>
            <a:cxnSpLocks/>
            <a:stCxn id="10" idx="6"/>
            <a:endCxn id="25" idx="2"/>
          </p:cNvCxnSpPr>
          <p:nvPr/>
        </p:nvCxnSpPr>
        <p:spPr>
          <a:xfrm flipV="1">
            <a:off x="7955628" y="5725461"/>
            <a:ext cx="455217" cy="853843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7E5D3A0-763D-B6E2-00A5-BF1B59EE98A8}"/>
              </a:ext>
            </a:extLst>
          </p:cNvPr>
          <p:cNvCxnSpPr>
            <a:cxnSpLocks/>
            <a:stCxn id="8" idx="6"/>
            <a:endCxn id="26" idx="2"/>
          </p:cNvCxnSpPr>
          <p:nvPr/>
        </p:nvCxnSpPr>
        <p:spPr>
          <a:xfrm>
            <a:off x="7955628" y="6031372"/>
            <a:ext cx="455217" cy="24207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AADD44B-7A87-60D4-4A27-8D492695E05B}"/>
              </a:ext>
            </a:extLst>
          </p:cNvPr>
          <p:cNvCxnSpPr>
            <a:cxnSpLocks/>
            <a:stCxn id="20" idx="6"/>
            <a:endCxn id="26" idx="2"/>
          </p:cNvCxnSpPr>
          <p:nvPr/>
        </p:nvCxnSpPr>
        <p:spPr>
          <a:xfrm>
            <a:off x="7955628" y="4935512"/>
            <a:ext cx="455216" cy="133793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9E6312C-6346-B807-D43A-9F93C6C7CF21}"/>
              </a:ext>
            </a:extLst>
          </p:cNvPr>
          <p:cNvCxnSpPr>
            <a:cxnSpLocks/>
            <a:stCxn id="7" idx="6"/>
            <a:endCxn id="26" idx="2"/>
          </p:cNvCxnSpPr>
          <p:nvPr/>
        </p:nvCxnSpPr>
        <p:spPr>
          <a:xfrm>
            <a:off x="7955628" y="5483442"/>
            <a:ext cx="455217" cy="790006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D4F8B94-248A-4CE3-47A9-64072D1309DF}"/>
              </a:ext>
            </a:extLst>
          </p:cNvPr>
          <p:cNvCxnSpPr>
            <a:cxnSpLocks/>
            <a:stCxn id="10" idx="6"/>
            <a:endCxn id="26" idx="2"/>
          </p:cNvCxnSpPr>
          <p:nvPr/>
        </p:nvCxnSpPr>
        <p:spPr>
          <a:xfrm flipV="1">
            <a:off x="7955628" y="6273449"/>
            <a:ext cx="455217" cy="305855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D7B9438-A0AF-0C94-630B-1344C9FD17D5}"/>
              </a:ext>
            </a:extLst>
          </p:cNvPr>
          <p:cNvCxnSpPr>
            <a:cxnSpLocks/>
            <a:stCxn id="7" idx="6"/>
            <a:endCxn id="25" idx="2"/>
          </p:cNvCxnSpPr>
          <p:nvPr/>
        </p:nvCxnSpPr>
        <p:spPr>
          <a:xfrm>
            <a:off x="7955628" y="5483442"/>
            <a:ext cx="455217" cy="24201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E7896D3-3A4A-083D-0973-DDABD778DF9A}"/>
              </a:ext>
            </a:extLst>
          </p:cNvPr>
          <p:cNvCxnSpPr>
            <a:cxnSpLocks/>
            <a:stCxn id="8" idx="6"/>
            <a:endCxn id="25" idx="2"/>
          </p:cNvCxnSpPr>
          <p:nvPr/>
        </p:nvCxnSpPr>
        <p:spPr>
          <a:xfrm flipV="1">
            <a:off x="7955628" y="5725460"/>
            <a:ext cx="455217" cy="305912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F9212D0-F678-1F63-A8DE-1A533B1F8664}"/>
              </a:ext>
            </a:extLst>
          </p:cNvPr>
          <p:cNvCxnSpPr>
            <a:cxnSpLocks/>
            <a:stCxn id="20" idx="6"/>
            <a:endCxn id="25" idx="2"/>
          </p:cNvCxnSpPr>
          <p:nvPr/>
        </p:nvCxnSpPr>
        <p:spPr>
          <a:xfrm>
            <a:off x="7955628" y="4935512"/>
            <a:ext cx="455216" cy="789948"/>
          </a:xfrm>
          <a:prstGeom prst="straightConnector1">
            <a:avLst/>
          </a:prstGeom>
          <a:ln>
            <a:solidFill>
              <a:srgbClr val="C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72DEA56-7DD9-662C-772E-E366B199B9A9}"/>
              </a:ext>
            </a:extLst>
          </p:cNvPr>
          <p:cNvCxnSpPr>
            <a:cxnSpLocks/>
          </p:cNvCxnSpPr>
          <p:nvPr/>
        </p:nvCxnSpPr>
        <p:spPr>
          <a:xfrm>
            <a:off x="6157671" y="5177472"/>
            <a:ext cx="6519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7D94DBD-5453-5A9F-0797-87B23C14AB5F}"/>
              </a:ext>
            </a:extLst>
          </p:cNvPr>
          <p:cNvCxnSpPr>
            <a:cxnSpLocks/>
          </p:cNvCxnSpPr>
          <p:nvPr/>
        </p:nvCxnSpPr>
        <p:spPr>
          <a:xfrm>
            <a:off x="6157671" y="5725460"/>
            <a:ext cx="6519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B105EB3-8656-1827-12A7-9146F503BFC7}"/>
              </a:ext>
            </a:extLst>
          </p:cNvPr>
          <p:cNvCxnSpPr>
            <a:cxnSpLocks/>
          </p:cNvCxnSpPr>
          <p:nvPr/>
        </p:nvCxnSpPr>
        <p:spPr>
          <a:xfrm>
            <a:off x="6157671" y="6273448"/>
            <a:ext cx="6519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2D7F25C-D034-3CF6-5431-1FF0FE562370}"/>
              </a:ext>
            </a:extLst>
          </p:cNvPr>
          <p:cNvSpPr txBox="1"/>
          <p:nvPr/>
        </p:nvSpPr>
        <p:spPr>
          <a:xfrm rot="16200000">
            <a:off x="5098537" y="5214683"/>
            <a:ext cx="1471846" cy="53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Input 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23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78B02-0FE5-3E83-10B8-6FEB4A0B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9EEC675-283A-1505-2590-F84D5B89E840}"/>
              </a:ext>
            </a:extLst>
          </p:cNvPr>
          <p:cNvSpPr/>
          <p:nvPr/>
        </p:nvSpPr>
        <p:spPr>
          <a:xfrm>
            <a:off x="6373236" y="2950653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95FD57-9BDC-6205-A547-CA6A1242D00C}"/>
              </a:ext>
            </a:extLst>
          </p:cNvPr>
          <p:cNvSpPr/>
          <p:nvPr/>
        </p:nvSpPr>
        <p:spPr>
          <a:xfrm>
            <a:off x="6373236" y="3949662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542F4B5-9C06-72D5-E73C-4C8AACF17A86}"/>
              </a:ext>
            </a:extLst>
          </p:cNvPr>
          <p:cNvSpPr/>
          <p:nvPr/>
        </p:nvSpPr>
        <p:spPr>
          <a:xfrm>
            <a:off x="6477141" y="3407856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406A8B3-9557-3579-31C9-EB6B97624112}"/>
              </a:ext>
            </a:extLst>
          </p:cNvPr>
          <p:cNvSpPr/>
          <p:nvPr/>
        </p:nvSpPr>
        <p:spPr>
          <a:xfrm>
            <a:off x="6477141" y="3560256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C72A0A8-1C52-5D90-0A5D-A0FE8BD3B6CB}"/>
              </a:ext>
            </a:extLst>
          </p:cNvPr>
          <p:cNvSpPr/>
          <p:nvPr/>
        </p:nvSpPr>
        <p:spPr>
          <a:xfrm>
            <a:off x="6477141" y="3712656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98386CB7-3B35-C511-FE6B-F4B6F4ABB240}"/>
              </a:ext>
            </a:extLst>
          </p:cNvPr>
          <p:cNvSpPr/>
          <p:nvPr/>
        </p:nvSpPr>
        <p:spPr>
          <a:xfrm>
            <a:off x="8445973" y="2839815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46859F2-9D32-8A41-B598-3897C49BAFA5}"/>
              </a:ext>
            </a:extLst>
          </p:cNvPr>
          <p:cNvSpPr/>
          <p:nvPr/>
        </p:nvSpPr>
        <p:spPr>
          <a:xfrm>
            <a:off x="8596892" y="2839815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81DFF21F-1CFB-5430-3FE6-7B6FA07E9D1D}"/>
              </a:ext>
            </a:extLst>
          </p:cNvPr>
          <p:cNvSpPr/>
          <p:nvPr/>
        </p:nvSpPr>
        <p:spPr>
          <a:xfrm>
            <a:off x="8747814" y="2839815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6BA2EA8-7E0C-667D-4349-5F251848D35D}"/>
              </a:ext>
            </a:extLst>
          </p:cNvPr>
          <p:cNvSpPr/>
          <p:nvPr/>
        </p:nvSpPr>
        <p:spPr>
          <a:xfrm>
            <a:off x="9218368" y="2401427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E14CB76-9F9E-49F1-124B-A922CFC74470}"/>
              </a:ext>
            </a:extLst>
          </p:cNvPr>
          <p:cNvSpPr/>
          <p:nvPr/>
        </p:nvSpPr>
        <p:spPr>
          <a:xfrm>
            <a:off x="9218368" y="3032468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D6C6A15E-1E7F-09FA-FE57-000F7E6DE07D}"/>
              </a:ext>
            </a:extLst>
          </p:cNvPr>
          <p:cNvSpPr/>
          <p:nvPr/>
        </p:nvSpPr>
        <p:spPr>
          <a:xfrm>
            <a:off x="9218368" y="4545415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932CCB47-BF0A-5085-2C9D-DE733FDBA873}"/>
              </a:ext>
            </a:extLst>
          </p:cNvPr>
          <p:cNvSpPr/>
          <p:nvPr/>
        </p:nvSpPr>
        <p:spPr>
          <a:xfrm>
            <a:off x="9345036" y="3490983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45861DD-CBA0-8F12-F857-48F3B3953100}"/>
              </a:ext>
            </a:extLst>
          </p:cNvPr>
          <p:cNvSpPr/>
          <p:nvPr/>
        </p:nvSpPr>
        <p:spPr>
          <a:xfrm>
            <a:off x="9345036" y="3643383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BBF2103-797A-A9FC-82F2-5D3C39D01652}"/>
              </a:ext>
            </a:extLst>
          </p:cNvPr>
          <p:cNvSpPr/>
          <p:nvPr/>
        </p:nvSpPr>
        <p:spPr>
          <a:xfrm>
            <a:off x="9345036" y="3795783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1ADEF2AF-BCFA-DF24-AFEA-FEF4CC370560}"/>
              </a:ext>
            </a:extLst>
          </p:cNvPr>
          <p:cNvSpPr/>
          <p:nvPr/>
        </p:nvSpPr>
        <p:spPr>
          <a:xfrm>
            <a:off x="9218368" y="1600329"/>
            <a:ext cx="277091" cy="27709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C938544-371D-0A84-1513-6766A7004270}"/>
              </a:ext>
            </a:extLst>
          </p:cNvPr>
          <p:cNvSpPr/>
          <p:nvPr/>
        </p:nvSpPr>
        <p:spPr>
          <a:xfrm>
            <a:off x="7114453" y="3435564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0259A80-0A11-6C28-009C-6EDAEDC2FD95}"/>
              </a:ext>
            </a:extLst>
          </p:cNvPr>
          <p:cNvSpPr/>
          <p:nvPr/>
        </p:nvSpPr>
        <p:spPr>
          <a:xfrm>
            <a:off x="7114453" y="3587964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5DA818-87ED-5AD6-CC26-87CE6DAAF90B}"/>
              </a:ext>
            </a:extLst>
          </p:cNvPr>
          <p:cNvSpPr/>
          <p:nvPr/>
        </p:nvSpPr>
        <p:spPr>
          <a:xfrm>
            <a:off x="7114453" y="3740364"/>
            <a:ext cx="55418" cy="5541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76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3011</TotalTime>
  <Words>327</Words>
  <Application>Microsoft Macintosh PowerPoint</Application>
  <PresentationFormat>Custom</PresentationFormat>
  <Paragraphs>182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Century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Laurence Matthew Wroe</dc:creator>
  <cp:lastModifiedBy>Laurence Matthew Wroe</cp:lastModifiedBy>
  <cp:revision>20</cp:revision>
  <dcterms:created xsi:type="dcterms:W3CDTF">2026-04-28T08:30:10Z</dcterms:created>
  <dcterms:modified xsi:type="dcterms:W3CDTF">2026-05-04T10:28:35Z</dcterms:modified>
</cp:coreProperties>
</file>